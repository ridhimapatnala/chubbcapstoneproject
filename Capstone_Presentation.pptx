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05" r:id="rId5"/>
    <p:sldId id="306" r:id="rId6"/>
    <p:sldId id="307" r:id="rId7"/>
    <p:sldId id="308" r:id="rId8"/>
    <p:sldId id="311" r:id="rId9"/>
    <p:sldId id="310" r:id="rId10"/>
    <p:sldId id="313" r:id="rId11"/>
    <p:sldId id="314" r:id="rId12"/>
    <p:sldId id="312" r:id="rId13"/>
    <p:sldId id="327" r:id="rId14"/>
    <p:sldId id="315" r:id="rId15"/>
    <p:sldId id="325" r:id="rId16"/>
    <p:sldId id="316" r:id="rId17"/>
    <p:sldId id="324" r:id="rId18"/>
    <p:sldId id="320" r:id="rId19"/>
    <p:sldId id="322" r:id="rId20"/>
    <p:sldId id="323" r:id="rId21"/>
    <p:sldId id="31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A4D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3EA27-A189-4CC9-9EFB-6FF49E4568FB}" v="140" dt="2026-01-06T08:21:44.432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82"/>
  </p:normalViewPr>
  <p:slideViewPr>
    <p:cSldViewPr snapToGrid="0">
      <p:cViewPr varScale="1">
        <p:scale>
          <a:sx n="70" d="100"/>
          <a:sy n="70" d="100"/>
        </p:scale>
        <p:origin x="652" y="5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hima Patnala" userId="a801e324c0ed777d" providerId="LiveId" clId="{FD9CF2D6-55D0-408B-B5DD-1FF058023C77}"/>
    <pc:docChg chg="undo custSel addSld delSld modSld">
      <pc:chgData name="Ridhima Patnala" userId="a801e324c0ed777d" providerId="LiveId" clId="{FD9CF2D6-55D0-408B-B5DD-1FF058023C77}" dt="2026-01-06T08:28:53.019" v="717" actId="47"/>
      <pc:docMkLst>
        <pc:docMk/>
      </pc:docMkLst>
      <pc:sldChg chg="modSp mod setBg">
        <pc:chgData name="Ridhima Patnala" userId="a801e324c0ed777d" providerId="LiveId" clId="{FD9CF2D6-55D0-408B-B5DD-1FF058023C77}" dt="2026-01-06T06:10:01.595" v="364" actId="20577"/>
        <pc:sldMkLst>
          <pc:docMk/>
          <pc:sldMk cId="1516999600" sldId="305"/>
        </pc:sldMkLst>
        <pc:spChg chg="mod">
          <ac:chgData name="Ridhima Patnala" userId="a801e324c0ed777d" providerId="LiveId" clId="{FD9CF2D6-55D0-408B-B5DD-1FF058023C77}" dt="2026-01-06T06:09:45.343" v="353" actId="6559"/>
          <ac:spMkLst>
            <pc:docMk/>
            <pc:sldMk cId="1516999600" sldId="305"/>
            <ac:spMk id="2" creationId="{C66F917E-922A-1054-6306-D37C378F1165}"/>
          </ac:spMkLst>
        </pc:spChg>
        <pc:spChg chg="mod">
          <ac:chgData name="Ridhima Patnala" userId="a801e324c0ed777d" providerId="LiveId" clId="{FD9CF2D6-55D0-408B-B5DD-1FF058023C77}" dt="2026-01-06T06:10:01.595" v="364" actId="20577"/>
          <ac:spMkLst>
            <pc:docMk/>
            <pc:sldMk cId="1516999600" sldId="305"/>
            <ac:spMk id="3" creationId="{1C3D50B0-02F8-A1E6-8A67-C0B7034A4743}"/>
          </ac:spMkLst>
        </pc:spChg>
      </pc:sldChg>
      <pc:sldChg chg="addSp delSp modSp mod setBg modClrScheme chgLayout">
        <pc:chgData name="Ridhima Patnala" userId="a801e324c0ed777d" providerId="LiveId" clId="{FD9CF2D6-55D0-408B-B5DD-1FF058023C77}" dt="2026-01-06T06:14:15.875" v="400" actId="20577"/>
        <pc:sldMkLst>
          <pc:docMk/>
          <pc:sldMk cId="4132634631" sldId="306"/>
        </pc:sldMkLst>
        <pc:spChg chg="mod ord">
          <ac:chgData name="Ridhima Patnala" userId="a801e324c0ed777d" providerId="LiveId" clId="{FD9CF2D6-55D0-408B-B5DD-1FF058023C77}" dt="2026-01-06T06:07:33.095" v="292" actId="1076"/>
          <ac:spMkLst>
            <pc:docMk/>
            <pc:sldMk cId="4132634631" sldId="306"/>
            <ac:spMk id="2" creationId="{6576923F-2B95-8D5A-8578-DBC0FC0DCEA8}"/>
          </ac:spMkLst>
        </pc:spChg>
        <pc:spChg chg="add del mod ord">
          <ac:chgData name="Ridhima Patnala" userId="a801e324c0ed777d" providerId="LiveId" clId="{FD9CF2D6-55D0-408B-B5DD-1FF058023C77}" dt="2026-01-06T06:01:10.922" v="152" actId="700"/>
          <ac:spMkLst>
            <pc:docMk/>
            <pc:sldMk cId="4132634631" sldId="306"/>
            <ac:spMk id="3" creationId="{22BF2B64-D4EF-98B8-7904-276FF12948D6}"/>
          </ac:spMkLst>
        </pc:spChg>
        <pc:spChg chg="mod ord">
          <ac:chgData name="Ridhima Patnala" userId="a801e324c0ed777d" providerId="LiveId" clId="{FD9CF2D6-55D0-408B-B5DD-1FF058023C77}" dt="2026-01-06T06:01:22.638" v="155" actId="700"/>
          <ac:spMkLst>
            <pc:docMk/>
            <pc:sldMk cId="4132634631" sldId="306"/>
            <ac:spMk id="4" creationId="{58FEA6BC-F3A8-6DDC-F1F8-6348F54E8BE2}"/>
          </ac:spMkLst>
        </pc:spChg>
        <pc:spChg chg="del mod ord">
          <ac:chgData name="Ridhima Patnala" userId="a801e324c0ed777d" providerId="LiveId" clId="{FD9CF2D6-55D0-408B-B5DD-1FF058023C77}" dt="2026-01-06T06:01:13.635" v="153" actId="21"/>
          <ac:spMkLst>
            <pc:docMk/>
            <pc:sldMk cId="4132634631" sldId="306"/>
            <ac:spMk id="5" creationId="{DFFF7AA9-7C16-A939-67C8-DF700FEF7D83}"/>
          </ac:spMkLst>
        </pc:spChg>
        <pc:spChg chg="add del mod ord">
          <ac:chgData name="Ridhima Patnala" userId="a801e324c0ed777d" providerId="LiveId" clId="{FD9CF2D6-55D0-408B-B5DD-1FF058023C77}" dt="2026-01-06T06:01:10.922" v="152" actId="700"/>
          <ac:spMkLst>
            <pc:docMk/>
            <pc:sldMk cId="4132634631" sldId="306"/>
            <ac:spMk id="6" creationId="{BAFAE051-B046-8850-AA4B-1E3477B94CA7}"/>
          </ac:spMkLst>
        </pc:spChg>
        <pc:spChg chg="add del mod ord">
          <ac:chgData name="Ridhima Patnala" userId="a801e324c0ed777d" providerId="LiveId" clId="{FD9CF2D6-55D0-408B-B5DD-1FF058023C77}" dt="2026-01-06T06:01:10.922" v="152" actId="700"/>
          <ac:spMkLst>
            <pc:docMk/>
            <pc:sldMk cId="4132634631" sldId="306"/>
            <ac:spMk id="7" creationId="{F7679A4F-DC7E-36AA-88B8-C4E38524AD5A}"/>
          </ac:spMkLst>
        </pc:spChg>
        <pc:spChg chg="add del mod ord">
          <ac:chgData name="Ridhima Patnala" userId="a801e324c0ed777d" providerId="LiveId" clId="{FD9CF2D6-55D0-408B-B5DD-1FF058023C77}" dt="2026-01-06T06:01:10.922" v="152" actId="700"/>
          <ac:spMkLst>
            <pc:docMk/>
            <pc:sldMk cId="4132634631" sldId="306"/>
            <ac:spMk id="8" creationId="{250E2992-CC23-0BB5-4F56-2BB0D0246BF2}"/>
          </ac:spMkLst>
        </pc:spChg>
        <pc:spChg chg="add del mod">
          <ac:chgData name="Ridhima Patnala" userId="a801e324c0ed777d" providerId="LiveId" clId="{FD9CF2D6-55D0-408B-B5DD-1FF058023C77}" dt="2026-01-06T06:01:16.025" v="154" actId="478"/>
          <ac:spMkLst>
            <pc:docMk/>
            <pc:sldMk cId="4132634631" sldId="306"/>
            <ac:spMk id="10" creationId="{1955DE98-D8F1-0901-A9EC-467E83D05B60}"/>
          </ac:spMkLst>
        </pc:spChg>
        <pc:spChg chg="add del mod ord">
          <ac:chgData name="Ridhima Patnala" userId="a801e324c0ed777d" providerId="LiveId" clId="{FD9CF2D6-55D0-408B-B5DD-1FF058023C77}" dt="2026-01-06T06:01:25.930" v="157" actId="478"/>
          <ac:spMkLst>
            <pc:docMk/>
            <pc:sldMk cId="4132634631" sldId="306"/>
            <ac:spMk id="11" creationId="{224C47E0-E9AB-BEF9-A2A3-4E1455F569DD}"/>
          </ac:spMkLst>
        </pc:spChg>
        <pc:spChg chg="add del mod ord">
          <ac:chgData name="Ridhima Patnala" userId="a801e324c0ed777d" providerId="LiveId" clId="{FD9CF2D6-55D0-408B-B5DD-1FF058023C77}" dt="2026-01-06T06:01:24.530" v="156" actId="478"/>
          <ac:spMkLst>
            <pc:docMk/>
            <pc:sldMk cId="4132634631" sldId="306"/>
            <ac:spMk id="12" creationId="{34896E14-2267-A1AA-6393-1D63236BC821}"/>
          </ac:spMkLst>
        </pc:spChg>
        <pc:spChg chg="add mod">
          <ac:chgData name="Ridhima Patnala" userId="a801e324c0ed777d" providerId="LiveId" clId="{FD9CF2D6-55D0-408B-B5DD-1FF058023C77}" dt="2026-01-06T06:14:15.875" v="400" actId="20577"/>
          <ac:spMkLst>
            <pc:docMk/>
            <pc:sldMk cId="4132634631" sldId="306"/>
            <ac:spMk id="13" creationId="{DFFF7AA9-7C16-A939-67C8-DF700FEF7D83}"/>
          </ac:spMkLst>
        </pc:spChg>
      </pc:sldChg>
      <pc:sldChg chg="modSp mod setBg">
        <pc:chgData name="Ridhima Patnala" userId="a801e324c0ed777d" providerId="LiveId" clId="{FD9CF2D6-55D0-408B-B5DD-1FF058023C77}" dt="2026-01-06T06:02:25.164" v="176" actId="255"/>
        <pc:sldMkLst>
          <pc:docMk/>
          <pc:sldMk cId="1746520911" sldId="307"/>
        </pc:sldMkLst>
        <pc:spChg chg="mod">
          <ac:chgData name="Ridhima Patnala" userId="a801e324c0ed777d" providerId="LiveId" clId="{FD9CF2D6-55D0-408B-B5DD-1FF058023C77}" dt="2026-01-06T05:39:01.278" v="0"/>
          <ac:spMkLst>
            <pc:docMk/>
            <pc:sldMk cId="1746520911" sldId="307"/>
            <ac:spMk id="3" creationId="{D1F36F11-A50A-4347-9430-9522EAFCAB77}"/>
          </ac:spMkLst>
        </pc:spChg>
        <pc:spChg chg="mod">
          <ac:chgData name="Ridhima Patnala" userId="a801e324c0ed777d" providerId="LiveId" clId="{FD9CF2D6-55D0-408B-B5DD-1FF058023C77}" dt="2026-01-06T06:02:25.164" v="176" actId="255"/>
          <ac:spMkLst>
            <pc:docMk/>
            <pc:sldMk cId="1746520911" sldId="307"/>
            <ac:spMk id="6" creationId="{815EF328-8D3F-E85A-1FEB-DB957718AD39}"/>
          </ac:spMkLst>
        </pc:spChg>
      </pc:sldChg>
      <pc:sldChg chg="modSp mod setBg">
        <pc:chgData name="Ridhima Patnala" userId="a801e324c0ed777d" providerId="LiveId" clId="{FD9CF2D6-55D0-408B-B5DD-1FF058023C77}" dt="2026-01-06T07:43:46.151" v="494" actId="1076"/>
        <pc:sldMkLst>
          <pc:docMk/>
          <pc:sldMk cId="3688475074" sldId="308"/>
        </pc:sldMkLst>
        <pc:spChg chg="mod">
          <ac:chgData name="Ridhima Patnala" userId="a801e324c0ed777d" providerId="LiveId" clId="{FD9CF2D6-55D0-408B-B5DD-1FF058023C77}" dt="2026-01-06T05:42:31.689" v="15" actId="207"/>
          <ac:spMkLst>
            <pc:docMk/>
            <pc:sldMk cId="3688475074" sldId="308"/>
            <ac:spMk id="2" creationId="{A4A34DAF-F207-3061-24D6-6AFF552418DC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3688475074" sldId="308"/>
            <ac:spMk id="4" creationId="{D04F9477-0E09-541A-1BEE-18EAF43FE06E}"/>
          </ac:spMkLst>
        </pc:spChg>
        <pc:spChg chg="mod">
          <ac:chgData name="Ridhima Patnala" userId="a801e324c0ed777d" providerId="LiveId" clId="{FD9CF2D6-55D0-408B-B5DD-1FF058023C77}" dt="2026-01-06T07:43:40.638" v="493" actId="27636"/>
          <ac:spMkLst>
            <pc:docMk/>
            <pc:sldMk cId="3688475074" sldId="308"/>
            <ac:spMk id="5" creationId="{8A94AC61-4F6E-98E2-D42B-F2114BBA120D}"/>
          </ac:spMkLst>
        </pc:spChg>
        <pc:picChg chg="mod">
          <ac:chgData name="Ridhima Patnala" userId="a801e324c0ed777d" providerId="LiveId" clId="{FD9CF2D6-55D0-408B-B5DD-1FF058023C77}" dt="2026-01-06T07:43:46.151" v="494" actId="1076"/>
          <ac:picMkLst>
            <pc:docMk/>
            <pc:sldMk cId="3688475074" sldId="308"/>
            <ac:picMk id="2052" creationId="{3433D626-A9BA-1058-F8CF-D973400A79B9}"/>
          </ac:picMkLst>
        </pc:picChg>
      </pc:sldChg>
      <pc:sldChg chg="modSp mod setBg">
        <pc:chgData name="Ridhima Patnala" userId="a801e324c0ed777d" providerId="LiveId" clId="{FD9CF2D6-55D0-408B-B5DD-1FF058023C77}" dt="2026-01-06T05:42:43.004" v="19" actId="207"/>
        <pc:sldMkLst>
          <pc:docMk/>
          <pc:sldMk cId="89773165" sldId="310"/>
        </pc:sldMkLst>
        <pc:spChg chg="mod">
          <ac:chgData name="Ridhima Patnala" userId="a801e324c0ed777d" providerId="LiveId" clId="{FD9CF2D6-55D0-408B-B5DD-1FF058023C77}" dt="2026-01-06T05:39:01.278" v="0"/>
          <ac:spMkLst>
            <pc:docMk/>
            <pc:sldMk cId="89773165" sldId="310"/>
            <ac:spMk id="4" creationId="{FE7814C5-5D60-0866-7B45-798BC7C8D1CB}"/>
          </ac:spMkLst>
        </pc:spChg>
        <pc:spChg chg="mod">
          <ac:chgData name="Ridhima Patnala" userId="a801e324c0ed777d" providerId="LiveId" clId="{FD9CF2D6-55D0-408B-B5DD-1FF058023C77}" dt="2026-01-06T05:42:40.761" v="18" actId="207"/>
          <ac:spMkLst>
            <pc:docMk/>
            <pc:sldMk cId="89773165" sldId="310"/>
            <ac:spMk id="5" creationId="{CCAD0987-D595-9D33-A24C-ED016A62A8BD}"/>
          </ac:spMkLst>
        </pc:spChg>
        <pc:spChg chg="mod">
          <ac:chgData name="Ridhima Patnala" userId="a801e324c0ed777d" providerId="LiveId" clId="{FD9CF2D6-55D0-408B-B5DD-1FF058023C77}" dt="2026-01-06T05:42:43.004" v="19" actId="207"/>
          <ac:spMkLst>
            <pc:docMk/>
            <pc:sldMk cId="89773165" sldId="310"/>
            <ac:spMk id="9" creationId="{0310B4CF-1917-135C-0B58-B32A266410D5}"/>
          </ac:spMkLst>
        </pc:spChg>
      </pc:sldChg>
      <pc:sldChg chg="addSp delSp modSp mod setBg modClrScheme chgLayout">
        <pc:chgData name="Ridhima Patnala" userId="a801e324c0ed777d" providerId="LiveId" clId="{FD9CF2D6-55D0-408B-B5DD-1FF058023C77}" dt="2026-01-06T07:43:52.261" v="497" actId="1076"/>
        <pc:sldMkLst>
          <pc:docMk/>
          <pc:sldMk cId="3986998208" sldId="311"/>
        </pc:sldMkLst>
        <pc:spChg chg="add del mod ord">
          <ac:chgData name="Ridhima Patnala" userId="a801e324c0ed777d" providerId="LiveId" clId="{FD9CF2D6-55D0-408B-B5DD-1FF058023C77}" dt="2026-01-06T05:47:48.197" v="51" actId="700"/>
          <ac:spMkLst>
            <pc:docMk/>
            <pc:sldMk cId="3986998208" sldId="311"/>
            <ac:spMk id="2" creationId="{165FCA59-8ABA-B83A-0569-5823C0BA1EF7}"/>
          </ac:spMkLst>
        </pc:spChg>
        <pc:spChg chg="add del mod ord">
          <ac:chgData name="Ridhima Patnala" userId="a801e324c0ed777d" providerId="LiveId" clId="{FD9CF2D6-55D0-408B-B5DD-1FF058023C77}" dt="2026-01-06T05:47:55.701" v="53" actId="700"/>
          <ac:spMkLst>
            <pc:docMk/>
            <pc:sldMk cId="3986998208" sldId="311"/>
            <ac:spMk id="3" creationId="{84CC0F9F-28A0-E2BF-672C-19A9B29AF4DC}"/>
          </ac:spMkLst>
        </pc:spChg>
        <pc:spChg chg="mod ord">
          <ac:chgData name="Ridhima Patnala" userId="a801e324c0ed777d" providerId="LiveId" clId="{FD9CF2D6-55D0-408B-B5DD-1FF058023C77}" dt="2026-01-06T05:53:07.127" v="109" actId="700"/>
          <ac:spMkLst>
            <pc:docMk/>
            <pc:sldMk cId="3986998208" sldId="311"/>
            <ac:spMk id="4" creationId="{0B7D930E-9FE8-F230-9BDF-13B152862EB4}"/>
          </ac:spMkLst>
        </pc:spChg>
        <pc:spChg chg="add del mod ord">
          <ac:chgData name="Ridhima Patnala" userId="a801e324c0ed777d" providerId="LiveId" clId="{FD9CF2D6-55D0-408B-B5DD-1FF058023C77}" dt="2026-01-06T05:53:35.802" v="121" actId="478"/>
          <ac:spMkLst>
            <pc:docMk/>
            <pc:sldMk cId="3986998208" sldId="311"/>
            <ac:spMk id="5" creationId="{B0A99276-CD22-5991-4B69-10020DC79669}"/>
          </ac:spMkLst>
        </pc:spChg>
        <pc:spChg chg="del mod ord">
          <ac:chgData name="Ridhima Patnala" userId="a801e324c0ed777d" providerId="LiveId" clId="{FD9CF2D6-55D0-408B-B5DD-1FF058023C77}" dt="2026-01-06T06:08:42.147" v="303" actId="478"/>
          <ac:spMkLst>
            <pc:docMk/>
            <pc:sldMk cId="3986998208" sldId="311"/>
            <ac:spMk id="6" creationId="{9C23588B-FA3A-9774-5F6A-D8845CBB176F}"/>
          </ac:spMkLst>
        </pc:spChg>
        <pc:spChg chg="add del mod ord">
          <ac:chgData name="Ridhima Patnala" userId="a801e324c0ed777d" providerId="LiveId" clId="{FD9CF2D6-55D0-408B-B5DD-1FF058023C77}" dt="2026-01-06T05:53:10.254" v="110" actId="478"/>
          <ac:spMkLst>
            <pc:docMk/>
            <pc:sldMk cId="3986998208" sldId="311"/>
            <ac:spMk id="7" creationId="{DCB1B7F3-01B7-78FF-1E65-85986513B981}"/>
          </ac:spMkLst>
        </pc:spChg>
        <pc:spChg chg="add mod ord">
          <ac:chgData name="Ridhima Patnala" userId="a801e324c0ed777d" providerId="LiveId" clId="{FD9CF2D6-55D0-408B-B5DD-1FF058023C77}" dt="2026-01-06T05:54:45.392" v="142" actId="1076"/>
          <ac:spMkLst>
            <pc:docMk/>
            <pc:sldMk cId="3986998208" sldId="311"/>
            <ac:spMk id="8" creationId="{21D27C25-09E2-3D2A-FE83-89CA23E23081}"/>
          </ac:spMkLst>
        </pc:spChg>
        <pc:spChg chg="add mod ord">
          <ac:chgData name="Ridhima Patnala" userId="a801e324c0ed777d" providerId="LiveId" clId="{FD9CF2D6-55D0-408B-B5DD-1FF058023C77}" dt="2026-01-06T05:53:07.127" v="109" actId="700"/>
          <ac:spMkLst>
            <pc:docMk/>
            <pc:sldMk cId="3986998208" sldId="311"/>
            <ac:spMk id="9" creationId="{250FDEC3-A70A-3B45-F226-9830229948F8}"/>
          </ac:spMkLst>
        </pc:spChg>
        <pc:spChg chg="add mod ord">
          <ac:chgData name="Ridhima Patnala" userId="a801e324c0ed777d" providerId="LiveId" clId="{FD9CF2D6-55D0-408B-B5DD-1FF058023C77}" dt="2026-01-06T05:53:07.127" v="109" actId="700"/>
          <ac:spMkLst>
            <pc:docMk/>
            <pc:sldMk cId="3986998208" sldId="311"/>
            <ac:spMk id="10" creationId="{64B5E6E3-9F63-38DD-9E51-261EFBE85D62}"/>
          </ac:spMkLst>
        </pc:spChg>
        <pc:spChg chg="add del mod">
          <ac:chgData name="Ridhima Patnala" userId="a801e324c0ed777d" providerId="LiveId" clId="{FD9CF2D6-55D0-408B-B5DD-1FF058023C77}" dt="2026-01-06T05:53:17.043" v="113" actId="478"/>
          <ac:spMkLst>
            <pc:docMk/>
            <pc:sldMk cId="3986998208" sldId="311"/>
            <ac:spMk id="12" creationId="{8F9408F4-9FA9-A142-45E3-719AC192F9C9}"/>
          </ac:spMkLst>
        </pc:spChg>
        <pc:spChg chg="add del mod">
          <ac:chgData name="Ridhima Patnala" userId="a801e324c0ed777d" providerId="LiveId" clId="{FD9CF2D6-55D0-408B-B5DD-1FF058023C77}" dt="2026-01-06T05:53:21.269" v="116" actId="478"/>
          <ac:spMkLst>
            <pc:docMk/>
            <pc:sldMk cId="3986998208" sldId="311"/>
            <ac:spMk id="14" creationId="{1BE7ED04-F47D-E0E2-8D3A-7607115038AE}"/>
          </ac:spMkLst>
        </pc:spChg>
        <pc:spChg chg="add del mod">
          <ac:chgData name="Ridhima Patnala" userId="a801e324c0ed777d" providerId="LiveId" clId="{FD9CF2D6-55D0-408B-B5DD-1FF058023C77}" dt="2026-01-06T07:15:20.655" v="424" actId="478"/>
          <ac:spMkLst>
            <pc:docMk/>
            <pc:sldMk cId="3986998208" sldId="311"/>
            <ac:spMk id="15" creationId="{7DC674E2-918B-6D70-18BB-B16529738B52}"/>
          </ac:spMkLst>
        </pc:spChg>
        <pc:spChg chg="add del mod">
          <ac:chgData name="Ridhima Patnala" userId="a801e324c0ed777d" providerId="LiveId" clId="{FD9CF2D6-55D0-408B-B5DD-1FF058023C77}" dt="2026-01-06T06:08:47.471" v="306" actId="478"/>
          <ac:spMkLst>
            <pc:docMk/>
            <pc:sldMk cId="3986998208" sldId="311"/>
            <ac:spMk id="17" creationId="{66DADD8F-EDCC-2473-E8DA-8D84BAA44EC2}"/>
          </ac:spMkLst>
        </pc:spChg>
        <pc:spChg chg="add mod">
          <ac:chgData name="Ridhima Patnala" userId="a801e324c0ed777d" providerId="LiveId" clId="{FD9CF2D6-55D0-408B-B5DD-1FF058023C77}" dt="2026-01-06T06:08:44.247" v="305"/>
          <ac:spMkLst>
            <pc:docMk/>
            <pc:sldMk cId="3986998208" sldId="311"/>
            <ac:spMk id="18" creationId="{E0A6E046-9D62-BC63-BD18-8414EA2AF057}"/>
          </ac:spMkLst>
        </pc:spChg>
        <pc:spChg chg="add mod">
          <ac:chgData name="Ridhima Patnala" userId="a801e324c0ed777d" providerId="LiveId" clId="{FD9CF2D6-55D0-408B-B5DD-1FF058023C77}" dt="2026-01-06T06:09:33.358" v="352" actId="20577"/>
          <ac:spMkLst>
            <pc:docMk/>
            <pc:sldMk cId="3986998208" sldId="311"/>
            <ac:spMk id="19" creationId="{C57123C8-6FD7-0487-EA0D-8FFE06FA2F8E}"/>
          </ac:spMkLst>
        </pc:spChg>
        <pc:spChg chg="add">
          <ac:chgData name="Ridhima Patnala" userId="a801e324c0ed777d" providerId="LiveId" clId="{FD9CF2D6-55D0-408B-B5DD-1FF058023C77}" dt="2026-01-06T07:17:15.044" v="429"/>
          <ac:spMkLst>
            <pc:docMk/>
            <pc:sldMk cId="3986998208" sldId="311"/>
            <ac:spMk id="20" creationId="{65D3EB12-F1D0-EF94-31AC-CA4BC2762656}"/>
          </ac:spMkLst>
        </pc:spChg>
        <pc:spChg chg="add mod">
          <ac:chgData name="Ridhima Patnala" userId="a801e324c0ed777d" providerId="LiveId" clId="{FD9CF2D6-55D0-408B-B5DD-1FF058023C77}" dt="2026-01-06T07:17:18.031" v="431" actId="571"/>
          <ac:spMkLst>
            <pc:docMk/>
            <pc:sldMk cId="3986998208" sldId="311"/>
            <ac:spMk id="21" creationId="{2D7D283B-71A1-B81F-52AA-5EFF6D1A579F}"/>
          </ac:spMkLst>
        </pc:spChg>
        <pc:spChg chg="add mod">
          <ac:chgData name="Ridhima Patnala" userId="a801e324c0ed777d" providerId="LiveId" clId="{FD9CF2D6-55D0-408B-B5DD-1FF058023C77}" dt="2026-01-06T07:17:18.031" v="431" actId="571"/>
          <ac:spMkLst>
            <pc:docMk/>
            <pc:sldMk cId="3986998208" sldId="311"/>
            <ac:spMk id="22" creationId="{DF97680C-CA2D-5C27-09AD-E1565058CCB2}"/>
          </ac:spMkLst>
        </pc:spChg>
        <pc:spChg chg="add mod">
          <ac:chgData name="Ridhima Patnala" userId="a801e324c0ed777d" providerId="LiveId" clId="{FD9CF2D6-55D0-408B-B5DD-1FF058023C77}" dt="2026-01-06T07:17:26.895" v="434" actId="14100"/>
          <ac:spMkLst>
            <pc:docMk/>
            <pc:sldMk cId="3986998208" sldId="311"/>
            <ac:spMk id="23" creationId="{B12D5092-F759-A03B-832B-3DFB9FF757C6}"/>
          </ac:spMkLst>
        </pc:spChg>
        <pc:picChg chg="add del">
          <ac:chgData name="Ridhima Patnala" userId="a801e324c0ed777d" providerId="LiveId" clId="{FD9CF2D6-55D0-408B-B5DD-1FF058023C77}" dt="2026-01-06T07:15:00.073" v="421" actId="478"/>
          <ac:picMkLst>
            <pc:docMk/>
            <pc:sldMk cId="3986998208" sldId="311"/>
            <ac:picMk id="2050" creationId="{4D643547-BD26-F2FC-B334-C265EB303F8E}"/>
          </ac:picMkLst>
        </pc:picChg>
        <pc:picChg chg="add del">
          <ac:chgData name="Ridhima Patnala" userId="a801e324c0ed777d" providerId="LiveId" clId="{FD9CF2D6-55D0-408B-B5DD-1FF058023C77}" dt="2026-01-06T07:15:23.410" v="425" actId="478"/>
          <ac:picMkLst>
            <pc:docMk/>
            <pc:sldMk cId="3986998208" sldId="311"/>
            <ac:picMk id="2052" creationId="{EA279BFC-6C3A-3B26-7DA9-58FF03112AC9}"/>
          </ac:picMkLst>
        </pc:picChg>
        <pc:picChg chg="add del mod">
          <ac:chgData name="Ridhima Patnala" userId="a801e324c0ed777d" providerId="LiveId" clId="{FD9CF2D6-55D0-408B-B5DD-1FF058023C77}" dt="2026-01-06T07:20:02.431" v="479" actId="1076"/>
          <ac:picMkLst>
            <pc:docMk/>
            <pc:sldMk cId="3986998208" sldId="311"/>
            <ac:picMk id="2054" creationId="{ED305C46-700A-3D57-FAE7-D2FF0257FF5E}"/>
          </ac:picMkLst>
        </pc:picChg>
        <pc:picChg chg="add mod">
          <ac:chgData name="Ridhima Patnala" userId="a801e324c0ed777d" providerId="LiveId" clId="{FD9CF2D6-55D0-408B-B5DD-1FF058023C77}" dt="2026-01-06T07:43:52.261" v="497" actId="1076"/>
          <ac:picMkLst>
            <pc:docMk/>
            <pc:sldMk cId="3986998208" sldId="311"/>
            <ac:picMk id="2060" creationId="{4A54671A-A676-416B-D26D-279591366EEA}"/>
          </ac:picMkLst>
        </pc:picChg>
        <pc:picChg chg="add del">
          <ac:chgData name="Ridhima Patnala" userId="a801e324c0ed777d" providerId="LiveId" clId="{FD9CF2D6-55D0-408B-B5DD-1FF058023C77}" dt="2026-01-06T07:18:30.661" v="447" actId="478"/>
          <ac:picMkLst>
            <pc:docMk/>
            <pc:sldMk cId="3986998208" sldId="311"/>
            <ac:picMk id="2062" creationId="{12376122-961E-4172-5B1B-02F8EDD27C96}"/>
          </ac:picMkLst>
        </pc:picChg>
        <pc:picChg chg="add mod">
          <ac:chgData name="Ridhima Patnala" userId="a801e324c0ed777d" providerId="LiveId" clId="{FD9CF2D6-55D0-408B-B5DD-1FF058023C77}" dt="2026-01-06T07:43:50.531" v="496" actId="1076"/>
          <ac:picMkLst>
            <pc:docMk/>
            <pc:sldMk cId="3986998208" sldId="311"/>
            <ac:picMk id="2064" creationId="{C2045FCA-DD81-6DE7-8B97-6B4C77677EF9}"/>
          </ac:picMkLst>
        </pc:picChg>
        <pc:picChg chg="add mod">
          <ac:chgData name="Ridhima Patnala" userId="a801e324c0ed777d" providerId="LiveId" clId="{FD9CF2D6-55D0-408B-B5DD-1FF058023C77}" dt="2026-01-06T07:43:49.328" v="495" actId="1076"/>
          <ac:picMkLst>
            <pc:docMk/>
            <pc:sldMk cId="3986998208" sldId="311"/>
            <ac:picMk id="2066" creationId="{51F69E12-CA93-C48C-8BCF-04AE70FA7FE7}"/>
          </ac:picMkLst>
        </pc:picChg>
      </pc:sldChg>
      <pc:sldChg chg="addSp delSp modSp mod setBg">
        <pc:chgData name="Ridhima Patnala" userId="a801e324c0ed777d" providerId="LiveId" clId="{FD9CF2D6-55D0-408B-B5DD-1FF058023C77}" dt="2026-01-06T08:06:22.819" v="593" actId="14100"/>
        <pc:sldMkLst>
          <pc:docMk/>
          <pc:sldMk cId="4050281887" sldId="312"/>
        </pc:sldMkLst>
        <pc:spChg chg="mod">
          <ac:chgData name="Ridhima Patnala" userId="a801e324c0ed777d" providerId="LiveId" clId="{FD9CF2D6-55D0-408B-B5DD-1FF058023C77}" dt="2026-01-06T05:42:58.331" v="24" actId="207"/>
          <ac:spMkLst>
            <pc:docMk/>
            <pc:sldMk cId="4050281887" sldId="312"/>
            <ac:spMk id="2" creationId="{8379ACF3-596C-92A5-7AD1-A2B11C037104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4050281887" sldId="312"/>
            <ac:spMk id="4" creationId="{69EB7C78-0890-627E-C852-B11CAB85CFE7}"/>
          </ac:spMkLst>
        </pc:spChg>
        <pc:spChg chg="mod">
          <ac:chgData name="Ridhima Patnala" userId="a801e324c0ed777d" providerId="LiveId" clId="{FD9CF2D6-55D0-408B-B5DD-1FF058023C77}" dt="2026-01-06T08:06:22.819" v="593" actId="14100"/>
          <ac:spMkLst>
            <pc:docMk/>
            <pc:sldMk cId="4050281887" sldId="312"/>
            <ac:spMk id="10" creationId="{421DD283-E18F-9BA5-00C8-4506FFD04C3A}"/>
          </ac:spMkLst>
        </pc:spChg>
        <pc:picChg chg="add del mod">
          <ac:chgData name="Ridhima Patnala" userId="a801e324c0ed777d" providerId="LiveId" clId="{FD9CF2D6-55D0-408B-B5DD-1FF058023C77}" dt="2026-01-06T08:06:20.109" v="592" actId="21"/>
          <ac:picMkLst>
            <pc:docMk/>
            <pc:sldMk cId="4050281887" sldId="312"/>
            <ac:picMk id="5" creationId="{F3005B27-F3DD-F0CC-4094-0657C2654E35}"/>
          </ac:picMkLst>
        </pc:picChg>
        <pc:picChg chg="del">
          <ac:chgData name="Ridhima Patnala" userId="a801e324c0ed777d" providerId="LiveId" clId="{FD9CF2D6-55D0-408B-B5DD-1FF058023C77}" dt="2026-01-06T08:00:25.392" v="581" actId="478"/>
          <ac:picMkLst>
            <pc:docMk/>
            <pc:sldMk cId="4050281887" sldId="312"/>
            <ac:picMk id="9" creationId="{1FDB401C-D6D8-DE0A-C505-16D1BDE66224}"/>
          </ac:picMkLst>
        </pc:picChg>
        <pc:picChg chg="add del mod">
          <ac:chgData name="Ridhima Patnala" userId="a801e324c0ed777d" providerId="LiveId" clId="{FD9CF2D6-55D0-408B-B5DD-1FF058023C77}" dt="2026-01-06T07:14:14.308" v="416" actId="478"/>
          <ac:picMkLst>
            <pc:docMk/>
            <pc:sldMk cId="4050281887" sldId="312"/>
            <ac:picMk id="1026" creationId="{4F01CCB9-13AF-62D3-DB09-066EC40553BD}"/>
          </ac:picMkLst>
        </pc:picChg>
        <pc:picChg chg="add del mod">
          <ac:chgData name="Ridhima Patnala" userId="a801e324c0ed777d" providerId="LiveId" clId="{FD9CF2D6-55D0-408B-B5DD-1FF058023C77}" dt="2026-01-06T08:00:18.464" v="580" actId="478"/>
          <ac:picMkLst>
            <pc:docMk/>
            <pc:sldMk cId="4050281887" sldId="312"/>
            <ac:picMk id="1028" creationId="{F7A82DF5-A23E-6B5A-0C2B-57868BFF11EB}"/>
          </ac:picMkLst>
        </pc:picChg>
      </pc:sldChg>
      <pc:sldChg chg="addSp delSp modSp mod setBg modClrScheme chgLayout">
        <pc:chgData name="Ridhima Patnala" userId="a801e324c0ed777d" providerId="LiveId" clId="{FD9CF2D6-55D0-408B-B5DD-1FF058023C77}" dt="2026-01-06T05:52:50.350" v="108" actId="1076"/>
        <pc:sldMkLst>
          <pc:docMk/>
          <pc:sldMk cId="558281240" sldId="313"/>
        </pc:sldMkLst>
        <pc:spChg chg="add del mod ord">
          <ac:chgData name="Ridhima Patnala" userId="a801e324c0ed777d" providerId="LiveId" clId="{FD9CF2D6-55D0-408B-B5DD-1FF058023C77}" dt="2026-01-06T05:52:48.328" v="107" actId="1076"/>
          <ac:spMkLst>
            <pc:docMk/>
            <pc:sldMk cId="558281240" sldId="313"/>
            <ac:spMk id="2" creationId="{B236F643-9DF2-B730-72CE-75663E4FF0DF}"/>
          </ac:spMkLst>
        </pc:spChg>
        <pc:spChg chg="mod ord">
          <ac:chgData name="Ridhima Patnala" userId="a801e324c0ed777d" providerId="LiveId" clId="{FD9CF2D6-55D0-408B-B5DD-1FF058023C77}" dt="2026-01-06T05:52:36.153" v="104" actId="700"/>
          <ac:spMkLst>
            <pc:docMk/>
            <pc:sldMk cId="558281240" sldId="313"/>
            <ac:spMk id="4" creationId="{D425AA3C-075D-E8DD-D48B-DA9E07CBE09F}"/>
          </ac:spMkLst>
        </pc:spChg>
        <pc:spChg chg="add del mod ord">
          <ac:chgData name="Ridhima Patnala" userId="a801e324c0ed777d" providerId="LiveId" clId="{FD9CF2D6-55D0-408B-B5DD-1FF058023C77}" dt="2026-01-06T05:52:50.350" v="108" actId="1076"/>
          <ac:spMkLst>
            <pc:docMk/>
            <pc:sldMk cId="558281240" sldId="313"/>
            <ac:spMk id="5" creationId="{AFF29AD4-BB7A-FB89-7276-12ECA4CCCE53}"/>
          </ac:spMkLst>
        </pc:spChg>
        <pc:spChg chg="add del mod ord">
          <ac:chgData name="Ridhima Patnala" userId="a801e324c0ed777d" providerId="LiveId" clId="{FD9CF2D6-55D0-408B-B5DD-1FF058023C77}" dt="2026-01-06T05:52:36.537" v="105" actId="21"/>
          <ac:spMkLst>
            <pc:docMk/>
            <pc:sldMk cId="558281240" sldId="313"/>
            <ac:spMk id="6" creationId="{7396D1B6-256A-9AAF-59AC-E12E387AEDCB}"/>
          </ac:spMkLst>
        </pc:spChg>
        <pc:spChg chg="add del mod ord">
          <ac:chgData name="Ridhima Patnala" userId="a801e324c0ed777d" providerId="LiveId" clId="{FD9CF2D6-55D0-408B-B5DD-1FF058023C77}" dt="2026-01-06T05:52:36.153" v="104" actId="700"/>
          <ac:spMkLst>
            <pc:docMk/>
            <pc:sldMk cId="558281240" sldId="313"/>
            <ac:spMk id="7" creationId="{214FBE21-7A06-C4B7-BF8D-B10C9423E10D}"/>
          </ac:spMkLst>
        </pc:spChg>
        <pc:spChg chg="add mod">
          <ac:chgData name="Ridhima Patnala" userId="a801e324c0ed777d" providerId="LiveId" clId="{FD9CF2D6-55D0-408B-B5DD-1FF058023C77}" dt="2026-01-06T05:52:28.720" v="100"/>
          <ac:spMkLst>
            <pc:docMk/>
            <pc:sldMk cId="558281240" sldId="313"/>
            <ac:spMk id="8" creationId="{AFF29AD4-BB7A-FB89-7276-12ECA4CCCE53}"/>
          </ac:spMkLst>
        </pc:spChg>
        <pc:spChg chg="add del mod">
          <ac:chgData name="Ridhima Patnala" userId="a801e324c0ed777d" providerId="LiveId" clId="{FD9CF2D6-55D0-408B-B5DD-1FF058023C77}" dt="2026-01-06T05:52:27.037" v="95" actId="478"/>
          <ac:spMkLst>
            <pc:docMk/>
            <pc:sldMk cId="558281240" sldId="313"/>
            <ac:spMk id="10" creationId="{7A70EE4A-98E5-F67D-A5B4-D1A37D372F17}"/>
          </ac:spMkLst>
        </pc:spChg>
        <pc:spChg chg="add mod">
          <ac:chgData name="Ridhima Patnala" userId="a801e324c0ed777d" providerId="LiveId" clId="{FD9CF2D6-55D0-408B-B5DD-1FF058023C77}" dt="2026-01-06T05:52:26.012" v="93" actId="20577"/>
          <ac:spMkLst>
            <pc:docMk/>
            <pc:sldMk cId="558281240" sldId="313"/>
            <ac:spMk id="11" creationId="{83A37BB4-6B1A-2B3C-881E-18C8388D891C}"/>
          </ac:spMkLst>
        </pc:spChg>
        <pc:spChg chg="add del mod">
          <ac:chgData name="Ridhima Patnala" userId="a801e324c0ed777d" providerId="LiveId" clId="{FD9CF2D6-55D0-408B-B5DD-1FF058023C77}" dt="2026-01-06T05:52:35.340" v="102" actId="478"/>
          <ac:spMkLst>
            <pc:docMk/>
            <pc:sldMk cId="558281240" sldId="313"/>
            <ac:spMk id="13" creationId="{E658A42D-9F72-78D0-1332-A6C5092110EB}"/>
          </ac:spMkLst>
        </pc:spChg>
      </pc:sldChg>
      <pc:sldChg chg="addSp delSp modSp mod setBg modClrScheme chgLayout">
        <pc:chgData name="Ridhima Patnala" userId="a801e324c0ed777d" providerId="LiveId" clId="{FD9CF2D6-55D0-408B-B5DD-1FF058023C77}" dt="2026-01-06T06:29:40.459" v="403" actId="21"/>
        <pc:sldMkLst>
          <pc:docMk/>
          <pc:sldMk cId="947225569" sldId="314"/>
        </pc:sldMkLst>
        <pc:spChg chg="add del mod ord">
          <ac:chgData name="Ridhima Patnala" userId="a801e324c0ed777d" providerId="LiveId" clId="{FD9CF2D6-55D0-408B-B5DD-1FF058023C77}" dt="2026-01-06T05:50:25.957" v="68" actId="478"/>
          <ac:spMkLst>
            <pc:docMk/>
            <pc:sldMk cId="947225569" sldId="314"/>
            <ac:spMk id="2" creationId="{41DD4A79-6762-6B5A-691E-21B23F9A8405}"/>
          </ac:spMkLst>
        </pc:spChg>
        <pc:spChg chg="add del mod ord">
          <ac:chgData name="Ridhima Patnala" userId="a801e324c0ed777d" providerId="LiveId" clId="{FD9CF2D6-55D0-408B-B5DD-1FF058023C77}" dt="2026-01-06T05:50:10.024" v="62" actId="478"/>
          <ac:spMkLst>
            <pc:docMk/>
            <pc:sldMk cId="947225569" sldId="314"/>
            <ac:spMk id="3" creationId="{EFE74E3B-42F4-895B-1B9C-7C569DFA8277}"/>
          </ac:spMkLst>
        </pc:spChg>
        <pc:spChg chg="mod ord">
          <ac:chgData name="Ridhima Patnala" userId="a801e324c0ed777d" providerId="LiveId" clId="{FD9CF2D6-55D0-408B-B5DD-1FF058023C77}" dt="2026-01-06T05:50:08.094" v="61" actId="700"/>
          <ac:spMkLst>
            <pc:docMk/>
            <pc:sldMk cId="947225569" sldId="314"/>
            <ac:spMk id="4" creationId="{9B333A90-2ED2-EF64-F9B3-7807A3275B87}"/>
          </ac:spMkLst>
        </pc:spChg>
        <pc:spChg chg="add del mod ord">
          <ac:chgData name="Ridhima Patnala" userId="a801e324c0ed777d" providerId="LiveId" clId="{FD9CF2D6-55D0-408B-B5DD-1FF058023C77}" dt="2026-01-06T05:51:08.309" v="75" actId="14100"/>
          <ac:spMkLst>
            <pc:docMk/>
            <pc:sldMk cId="947225569" sldId="314"/>
            <ac:spMk id="5" creationId="{8D7B79E4-619C-392B-71A6-FAF6A97B4246}"/>
          </ac:spMkLst>
        </pc:spChg>
        <pc:spChg chg="add del mod ord">
          <ac:chgData name="Ridhima Patnala" userId="a801e324c0ed777d" providerId="LiveId" clId="{FD9CF2D6-55D0-408B-B5DD-1FF058023C77}" dt="2026-01-06T05:50:34.137" v="70" actId="478"/>
          <ac:spMkLst>
            <pc:docMk/>
            <pc:sldMk cId="947225569" sldId="314"/>
            <ac:spMk id="6" creationId="{1E5410D2-52DF-4E53-C384-73CE82132671}"/>
          </ac:spMkLst>
        </pc:spChg>
        <pc:spChg chg="add mod ord">
          <ac:chgData name="Ridhima Patnala" userId="a801e324c0ed777d" providerId="LiveId" clId="{FD9CF2D6-55D0-408B-B5DD-1FF058023C77}" dt="2026-01-06T05:50:08.094" v="61" actId="700"/>
          <ac:spMkLst>
            <pc:docMk/>
            <pc:sldMk cId="947225569" sldId="314"/>
            <ac:spMk id="7" creationId="{1AE3B3F6-C0A0-5D42-B795-9551CF3CBB9B}"/>
          </ac:spMkLst>
        </pc:spChg>
        <pc:spChg chg="add mod ord">
          <ac:chgData name="Ridhima Patnala" userId="a801e324c0ed777d" providerId="LiveId" clId="{FD9CF2D6-55D0-408B-B5DD-1FF058023C77}" dt="2026-01-06T05:50:08.094" v="61" actId="700"/>
          <ac:spMkLst>
            <pc:docMk/>
            <pc:sldMk cId="947225569" sldId="314"/>
            <ac:spMk id="8" creationId="{A5D228B9-F7B9-D57D-F09D-87AF667B1655}"/>
          </ac:spMkLst>
        </pc:spChg>
        <pc:spChg chg="add del mod">
          <ac:chgData name="Ridhima Patnala" userId="a801e324c0ed777d" providerId="LiveId" clId="{FD9CF2D6-55D0-408B-B5DD-1FF058023C77}" dt="2026-01-06T06:29:40.459" v="403" actId="21"/>
          <ac:spMkLst>
            <pc:docMk/>
            <pc:sldMk cId="947225569" sldId="314"/>
            <ac:spMk id="9" creationId="{92A77032-EFD5-083E-B26D-43FEFEEBB2C9}"/>
          </ac:spMkLst>
        </pc:spChg>
        <pc:spChg chg="add mod">
          <ac:chgData name="Ridhima Patnala" userId="a801e324c0ed777d" providerId="LiveId" clId="{FD9CF2D6-55D0-408B-B5DD-1FF058023C77}" dt="2026-01-06T05:50:56.857" v="73"/>
          <ac:spMkLst>
            <pc:docMk/>
            <pc:sldMk cId="947225569" sldId="314"/>
            <ac:spMk id="10" creationId="{9E1233B2-A01D-377F-4483-94454BD23E1D}"/>
          </ac:spMkLst>
        </pc:spChg>
      </pc:sldChg>
      <pc:sldChg chg="addSp delSp modSp mod">
        <pc:chgData name="Ridhima Patnala" userId="a801e324c0ed777d" providerId="LiveId" clId="{FD9CF2D6-55D0-408B-B5DD-1FF058023C77}" dt="2026-01-06T07:59:57.415" v="578"/>
        <pc:sldMkLst>
          <pc:docMk/>
          <pc:sldMk cId="4178334263" sldId="315"/>
        </pc:sldMkLst>
        <pc:spChg chg="add del mod">
          <ac:chgData name="Ridhima Patnala" userId="a801e324c0ed777d" providerId="LiveId" clId="{FD9CF2D6-55D0-408B-B5DD-1FF058023C77}" dt="2026-01-06T05:52:09.664" v="88" actId="21"/>
          <ac:spMkLst>
            <pc:docMk/>
            <pc:sldMk cId="4178334263" sldId="315"/>
            <ac:spMk id="3" creationId="{159367B6-B445-398F-ADCD-EEAC9CC426D2}"/>
          </ac:spMkLst>
        </pc:spChg>
        <pc:spChg chg="mod">
          <ac:chgData name="Ridhima Patnala" userId="a801e324c0ed777d" providerId="LiveId" clId="{FD9CF2D6-55D0-408B-B5DD-1FF058023C77}" dt="2026-01-06T07:59:57.415" v="578"/>
          <ac:spMkLst>
            <pc:docMk/>
            <pc:sldMk cId="4178334263" sldId="315"/>
            <ac:spMk id="4" creationId="{989D58BB-ED9D-4F4A-AF2C-DD716BC5EE40}"/>
          </ac:spMkLst>
        </pc:spChg>
        <pc:spChg chg="del mod">
          <ac:chgData name="Ridhima Patnala" userId="a801e324c0ed777d" providerId="LiveId" clId="{FD9CF2D6-55D0-408B-B5DD-1FF058023C77}" dt="2026-01-06T07:52:54.202" v="560" actId="478"/>
          <ac:spMkLst>
            <pc:docMk/>
            <pc:sldMk cId="4178334263" sldId="315"/>
            <ac:spMk id="5" creationId="{98F3F79F-13EF-7DCB-56FC-492D875A1AE6}"/>
          </ac:spMkLst>
        </pc:spChg>
        <pc:spChg chg="add del mod">
          <ac:chgData name="Ridhima Patnala" userId="a801e324c0ed777d" providerId="LiveId" clId="{FD9CF2D6-55D0-408B-B5DD-1FF058023C77}" dt="2026-01-06T07:52:36.122" v="554" actId="478"/>
          <ac:spMkLst>
            <pc:docMk/>
            <pc:sldMk cId="4178334263" sldId="315"/>
            <ac:spMk id="7" creationId="{899AD6BA-53D3-D8B6-F277-D1FEBA9CA458}"/>
          </ac:spMkLst>
        </pc:spChg>
        <pc:spChg chg="add del mod">
          <ac:chgData name="Ridhima Patnala" userId="a801e324c0ed777d" providerId="LiveId" clId="{FD9CF2D6-55D0-408B-B5DD-1FF058023C77}" dt="2026-01-06T06:10:48.044" v="369" actId="1076"/>
          <ac:spMkLst>
            <pc:docMk/>
            <pc:sldMk cId="4178334263" sldId="315"/>
            <ac:spMk id="33" creationId="{5D8FACD9-4906-4691-55B9-710FC59D2130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4178334263" sldId="315"/>
            <ac:spMk id="43" creationId="{D45A4C16-121E-2E37-49E9-4A4ACF2C51FB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4178334263" sldId="315"/>
            <ac:spMk id="44" creationId="{D585FA3F-E61C-D66E-07B0-F757A8CA6054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4178334263" sldId="315"/>
            <ac:spMk id="45" creationId="{37E333FD-F3EA-ED3D-DAD7-C1B2247BA3CA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4178334263" sldId="315"/>
            <ac:spMk id="46" creationId="{B7BFD7D2-6C97-1E33-B2CC-6AE1EB9EF8D2}"/>
          </ac:spMkLst>
        </pc:spChg>
        <pc:picChg chg="add del mod">
          <ac:chgData name="Ridhima Patnala" userId="a801e324c0ed777d" providerId="LiveId" clId="{FD9CF2D6-55D0-408B-B5DD-1FF058023C77}" dt="2026-01-06T07:53:20.104" v="566" actId="21"/>
          <ac:picMkLst>
            <pc:docMk/>
            <pc:sldMk cId="4178334263" sldId="315"/>
            <ac:picMk id="6" creationId="{94FC88D9-0097-A0CE-74A0-D845D1B87F87}"/>
          </ac:picMkLst>
        </pc:picChg>
      </pc:sldChg>
      <pc:sldChg chg="addSp delSp modSp mod setBg">
        <pc:chgData name="Ridhima Patnala" userId="a801e324c0ed777d" providerId="LiveId" clId="{FD9CF2D6-55D0-408B-B5DD-1FF058023C77}" dt="2026-01-06T08:15:30.273" v="691" actId="1076"/>
        <pc:sldMkLst>
          <pc:docMk/>
          <pc:sldMk cId="1550294218" sldId="316"/>
        </pc:sldMkLst>
        <pc:spChg chg="mod">
          <ac:chgData name="Ridhima Patnala" userId="a801e324c0ed777d" providerId="LiveId" clId="{FD9CF2D6-55D0-408B-B5DD-1FF058023C77}" dt="2026-01-06T08:15:05.833" v="684" actId="1076"/>
          <ac:spMkLst>
            <pc:docMk/>
            <pc:sldMk cId="1550294218" sldId="316"/>
            <ac:spMk id="2" creationId="{5188B20A-89F5-0E83-2FBB-597A9E581103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1550294218" sldId="316"/>
            <ac:spMk id="4" creationId="{527AE480-D58D-8A4F-D9AD-3E0956702A4C}"/>
          </ac:spMkLst>
        </pc:spChg>
        <pc:spChg chg="mod">
          <ac:chgData name="Ridhima Patnala" userId="a801e324c0ed777d" providerId="LiveId" clId="{FD9CF2D6-55D0-408B-B5DD-1FF058023C77}" dt="2026-01-06T08:15:03.207" v="683" actId="1076"/>
          <ac:spMkLst>
            <pc:docMk/>
            <pc:sldMk cId="1550294218" sldId="316"/>
            <ac:spMk id="12" creationId="{5C8A9765-6849-46AF-26B2-B1A2CC6A23A6}"/>
          </ac:spMkLst>
        </pc:spChg>
        <pc:picChg chg="add del mod">
          <ac:chgData name="Ridhima Patnala" userId="a801e324c0ed777d" providerId="LiveId" clId="{FD9CF2D6-55D0-408B-B5DD-1FF058023C77}" dt="2026-01-06T07:46:18.202" v="498" actId="21"/>
          <ac:picMkLst>
            <pc:docMk/>
            <pc:sldMk cId="1550294218" sldId="316"/>
            <ac:picMk id="5" creationId="{94FC88D9-0097-A0CE-74A0-D845D1B87F87}"/>
          </ac:picMkLst>
        </pc:picChg>
        <pc:picChg chg="add mod modCrop">
          <ac:chgData name="Ridhima Patnala" userId="a801e324c0ed777d" providerId="LiveId" clId="{FD9CF2D6-55D0-408B-B5DD-1FF058023C77}" dt="2026-01-06T08:15:30.273" v="691" actId="1076"/>
          <ac:picMkLst>
            <pc:docMk/>
            <pc:sldMk cId="1550294218" sldId="316"/>
            <ac:picMk id="7" creationId="{826F8B06-C0B6-17DD-02E3-11C0C82BD55B}"/>
          </ac:picMkLst>
        </pc:picChg>
      </pc:sldChg>
      <pc:sldChg chg="addSp modSp mod">
        <pc:chgData name="Ridhima Patnala" userId="a801e324c0ed777d" providerId="LiveId" clId="{FD9CF2D6-55D0-408B-B5DD-1FF058023C77}" dt="2026-01-06T06:11:03.026" v="370" actId="6559"/>
        <pc:sldMkLst>
          <pc:docMk/>
          <pc:sldMk cId="1988437062" sldId="318"/>
        </pc:sldMkLst>
        <pc:spChg chg="add mod">
          <ac:chgData name="Ridhima Patnala" userId="a801e324c0ed777d" providerId="LiveId" clId="{FD9CF2D6-55D0-408B-B5DD-1FF058023C77}" dt="2026-01-06T06:06:22.598" v="290" actId="113"/>
          <ac:spMkLst>
            <pc:docMk/>
            <pc:sldMk cId="1988437062" sldId="318"/>
            <ac:spMk id="2" creationId="{CE774E8E-ED56-3A9E-7F5D-9A4468FDBECF}"/>
          </ac:spMkLst>
        </pc:spChg>
        <pc:spChg chg="mod">
          <ac:chgData name="Ridhima Patnala" userId="a801e324c0ed777d" providerId="LiveId" clId="{FD9CF2D6-55D0-408B-B5DD-1FF058023C77}" dt="2026-01-06T06:11:03.026" v="370" actId="6559"/>
          <ac:spMkLst>
            <pc:docMk/>
            <pc:sldMk cId="1988437062" sldId="318"/>
            <ac:spMk id="28" creationId="{CC25EE42-B3D5-AD1E-48BE-54CEFF2E3D79}"/>
          </ac:spMkLst>
        </pc:spChg>
      </pc:sldChg>
      <pc:sldChg chg="addSp delSp modSp del mod setBg">
        <pc:chgData name="Ridhima Patnala" userId="a801e324c0ed777d" providerId="LiveId" clId="{FD9CF2D6-55D0-408B-B5DD-1FF058023C77}" dt="2026-01-06T05:46:47.094" v="47" actId="47"/>
        <pc:sldMkLst>
          <pc:docMk/>
          <pc:sldMk cId="2368378259" sldId="319"/>
        </pc:sldMkLst>
        <pc:spChg chg="mod">
          <ac:chgData name="Ridhima Patnala" userId="a801e324c0ed777d" providerId="LiveId" clId="{FD9CF2D6-55D0-408B-B5DD-1FF058023C77}" dt="2026-01-06T05:46:23.451" v="39" actId="21"/>
          <ac:spMkLst>
            <pc:docMk/>
            <pc:sldMk cId="2368378259" sldId="319"/>
            <ac:spMk id="2" creationId="{EDFABF3B-9247-1681-B4E9-0CB49992F5D9}"/>
          </ac:spMkLst>
        </pc:spChg>
        <pc:spChg chg="del mod">
          <ac:chgData name="Ridhima Patnala" userId="a801e324c0ed777d" providerId="LiveId" clId="{FD9CF2D6-55D0-408B-B5DD-1FF058023C77}" dt="2026-01-06T05:46:31.635" v="41" actId="21"/>
          <ac:spMkLst>
            <pc:docMk/>
            <pc:sldMk cId="2368378259" sldId="319"/>
            <ac:spMk id="3" creationId="{0BAC3537-5F76-F38C-5D21-7C663FE10D9A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2368378259" sldId="319"/>
            <ac:spMk id="4" creationId="{8FBA4858-17E7-5530-030A-9C16C2EFC9CE}"/>
          </ac:spMkLst>
        </pc:spChg>
        <pc:spChg chg="del mod">
          <ac:chgData name="Ridhima Patnala" userId="a801e324c0ed777d" providerId="LiveId" clId="{FD9CF2D6-55D0-408B-B5DD-1FF058023C77}" dt="2026-01-06T05:46:42.157" v="44" actId="21"/>
          <ac:spMkLst>
            <pc:docMk/>
            <pc:sldMk cId="2368378259" sldId="319"/>
            <ac:spMk id="5" creationId="{010EEE65-788C-58F2-469E-BE596F02B548}"/>
          </ac:spMkLst>
        </pc:spChg>
        <pc:spChg chg="add mod">
          <ac:chgData name="Ridhima Patnala" userId="a801e324c0ed777d" providerId="LiveId" clId="{FD9CF2D6-55D0-408B-B5DD-1FF058023C77}" dt="2026-01-06T05:46:31.635" v="41" actId="21"/>
          <ac:spMkLst>
            <pc:docMk/>
            <pc:sldMk cId="2368378259" sldId="319"/>
            <ac:spMk id="7" creationId="{89C0F4E8-521B-B5A3-CDEB-5F658AEBA4E0}"/>
          </ac:spMkLst>
        </pc:spChg>
      </pc:sldChg>
      <pc:sldChg chg="modSp mod">
        <pc:chgData name="Ridhima Patnala" userId="a801e324c0ed777d" providerId="LiveId" clId="{FD9CF2D6-55D0-408B-B5DD-1FF058023C77}" dt="2026-01-06T06:13:23.124" v="393" actId="20577"/>
        <pc:sldMkLst>
          <pc:docMk/>
          <pc:sldMk cId="2689729318" sldId="320"/>
        </pc:sldMkLst>
        <pc:spChg chg="mod">
          <ac:chgData name="Ridhima Patnala" userId="a801e324c0ed777d" providerId="LiveId" clId="{FD9CF2D6-55D0-408B-B5DD-1FF058023C77}" dt="2026-01-06T05:39:01.278" v="0"/>
          <ac:spMkLst>
            <pc:docMk/>
            <pc:sldMk cId="2689729318" sldId="320"/>
            <ac:spMk id="3" creationId="{A4A26356-FCEB-BC4C-AE15-6D845444496C}"/>
          </ac:spMkLst>
        </pc:spChg>
        <pc:spChg chg="mod">
          <ac:chgData name="Ridhima Patnala" userId="a801e324c0ed777d" providerId="LiveId" clId="{FD9CF2D6-55D0-408B-B5DD-1FF058023C77}" dt="2026-01-06T06:13:23.124" v="393" actId="20577"/>
          <ac:spMkLst>
            <pc:docMk/>
            <pc:sldMk cId="2689729318" sldId="320"/>
            <ac:spMk id="5" creationId="{BD38F46A-1A86-9391-2B8C-E163201880E9}"/>
          </ac:spMkLst>
        </pc:spChg>
      </pc:sldChg>
      <pc:sldChg chg="modSp del setBg">
        <pc:chgData name="Ridhima Patnala" userId="a801e324c0ed777d" providerId="LiveId" clId="{FD9CF2D6-55D0-408B-B5DD-1FF058023C77}" dt="2026-01-06T08:28:53.019" v="717" actId="47"/>
        <pc:sldMkLst>
          <pc:docMk/>
          <pc:sldMk cId="1370474970" sldId="321"/>
        </pc:sldMkLst>
        <pc:spChg chg="mod">
          <ac:chgData name="Ridhima Patnala" userId="a801e324c0ed777d" providerId="LiveId" clId="{FD9CF2D6-55D0-408B-B5DD-1FF058023C77}" dt="2026-01-06T05:39:01.278" v="0"/>
          <ac:spMkLst>
            <pc:docMk/>
            <pc:sldMk cId="1370474970" sldId="321"/>
            <ac:spMk id="4" creationId="{E0A6ABDA-C280-FEF4-36DB-92914B96F14A}"/>
          </ac:spMkLst>
        </pc:spChg>
      </pc:sldChg>
      <pc:sldChg chg="modSp mod setBg">
        <pc:chgData name="Ridhima Patnala" userId="a801e324c0ed777d" providerId="LiveId" clId="{FD9CF2D6-55D0-408B-B5DD-1FF058023C77}" dt="2026-01-06T05:44:38.991" v="36" actId="14100"/>
        <pc:sldMkLst>
          <pc:docMk/>
          <pc:sldMk cId="174309895" sldId="322"/>
        </pc:sldMkLst>
        <pc:spChg chg="mod">
          <ac:chgData name="Ridhima Patnala" userId="a801e324c0ed777d" providerId="LiveId" clId="{FD9CF2D6-55D0-408B-B5DD-1FF058023C77}" dt="2026-01-06T05:44:22.002" v="31" actId="207"/>
          <ac:spMkLst>
            <pc:docMk/>
            <pc:sldMk cId="174309895" sldId="322"/>
            <ac:spMk id="2" creationId="{12F3774F-E399-C764-368C-15AC0FF1481A}"/>
          </ac:spMkLst>
        </pc:spChg>
        <pc:spChg chg="mod">
          <ac:chgData name="Ridhima Patnala" userId="a801e324c0ed777d" providerId="LiveId" clId="{FD9CF2D6-55D0-408B-B5DD-1FF058023C77}" dt="2026-01-06T05:44:38.991" v="36" actId="14100"/>
          <ac:spMkLst>
            <pc:docMk/>
            <pc:sldMk cId="174309895" sldId="322"/>
            <ac:spMk id="3" creationId="{C7B345C2-B711-1C8D-C2A4-C74274E7F362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174309895" sldId="322"/>
            <ac:spMk id="4" creationId="{2BB0D77C-B86D-0FAB-9FF4-5637348D5F16}"/>
          </ac:spMkLst>
        </pc:spChg>
      </pc:sldChg>
      <pc:sldChg chg="modSp mod setBg">
        <pc:chgData name="Ridhima Patnala" userId="a801e324c0ed777d" providerId="LiveId" clId="{FD9CF2D6-55D0-408B-B5DD-1FF058023C77}" dt="2026-01-06T05:44:32.413" v="35" actId="27636"/>
        <pc:sldMkLst>
          <pc:docMk/>
          <pc:sldMk cId="560403949" sldId="323"/>
        </pc:sldMkLst>
        <pc:spChg chg="mod">
          <ac:chgData name="Ridhima Patnala" userId="a801e324c0ed777d" providerId="LiveId" clId="{FD9CF2D6-55D0-408B-B5DD-1FF058023C77}" dt="2026-01-06T05:44:26.181" v="33" actId="207"/>
          <ac:spMkLst>
            <pc:docMk/>
            <pc:sldMk cId="560403949" sldId="323"/>
            <ac:spMk id="2" creationId="{A07A756E-D4AA-7D67-AC3E-4CAE524292FD}"/>
          </ac:spMkLst>
        </pc:spChg>
        <pc:spChg chg="mod">
          <ac:chgData name="Ridhima Patnala" userId="a801e324c0ed777d" providerId="LiveId" clId="{FD9CF2D6-55D0-408B-B5DD-1FF058023C77}" dt="2026-01-06T05:44:32.413" v="35" actId="27636"/>
          <ac:spMkLst>
            <pc:docMk/>
            <pc:sldMk cId="560403949" sldId="323"/>
            <ac:spMk id="3" creationId="{9AA959D9-9414-3D13-7F39-FCD14B7B24D7}"/>
          </ac:spMkLst>
        </pc:spChg>
        <pc:spChg chg="mod">
          <ac:chgData name="Ridhima Patnala" userId="a801e324c0ed777d" providerId="LiveId" clId="{FD9CF2D6-55D0-408B-B5DD-1FF058023C77}" dt="2026-01-06T05:39:01.278" v="0"/>
          <ac:spMkLst>
            <pc:docMk/>
            <pc:sldMk cId="560403949" sldId="323"/>
            <ac:spMk id="4" creationId="{354F09A8-1DC0-9CD4-8551-D537F8B856D9}"/>
          </ac:spMkLst>
        </pc:spChg>
      </pc:sldChg>
      <pc:sldChg chg="addSp delSp modSp new mod">
        <pc:chgData name="Ridhima Patnala" userId="a801e324c0ed777d" providerId="LiveId" clId="{FD9CF2D6-55D0-408B-B5DD-1FF058023C77}" dt="2026-01-06T06:04:40.647" v="195" actId="14100"/>
        <pc:sldMkLst>
          <pc:docMk/>
          <pc:sldMk cId="3114199414" sldId="324"/>
        </pc:sldMkLst>
        <pc:spChg chg="mod">
          <ac:chgData name="Ridhima Patnala" userId="a801e324c0ed777d" providerId="LiveId" clId="{FD9CF2D6-55D0-408B-B5DD-1FF058023C77}" dt="2026-01-06T05:49:05.577" v="60" actId="403"/>
          <ac:spMkLst>
            <pc:docMk/>
            <pc:sldMk cId="3114199414" sldId="324"/>
            <ac:spMk id="2" creationId="{A8CA2FED-1154-7F95-785A-8F63230C25E8}"/>
          </ac:spMkLst>
        </pc:spChg>
        <pc:spChg chg="del">
          <ac:chgData name="Ridhima Patnala" userId="a801e324c0ed777d" providerId="LiveId" clId="{FD9CF2D6-55D0-408B-B5DD-1FF058023C77}" dt="2026-01-06T05:46:35.570" v="42" actId="478"/>
          <ac:spMkLst>
            <pc:docMk/>
            <pc:sldMk cId="3114199414" sldId="324"/>
            <ac:spMk id="3" creationId="{9F5C059E-0D84-17CC-B2AD-8660EF17D717}"/>
          </ac:spMkLst>
        </pc:spChg>
        <pc:spChg chg="add mod">
          <ac:chgData name="Ridhima Patnala" userId="a801e324c0ed777d" providerId="LiveId" clId="{FD9CF2D6-55D0-408B-B5DD-1FF058023C77}" dt="2026-01-06T06:04:40.647" v="195" actId="14100"/>
          <ac:spMkLst>
            <pc:docMk/>
            <pc:sldMk cId="3114199414" sldId="324"/>
            <ac:spMk id="4" creationId="{0BAC3537-5F76-F38C-5D21-7C663FE10D9A}"/>
          </ac:spMkLst>
        </pc:spChg>
        <pc:spChg chg="add mod">
          <ac:chgData name="Ridhima Patnala" userId="a801e324c0ed777d" providerId="LiveId" clId="{FD9CF2D6-55D0-408B-B5DD-1FF058023C77}" dt="2026-01-06T06:04:37.241" v="194" actId="14100"/>
          <ac:spMkLst>
            <pc:docMk/>
            <pc:sldMk cId="3114199414" sldId="324"/>
            <ac:spMk id="5" creationId="{010EEE65-788C-58F2-469E-BE596F02B548}"/>
          </ac:spMkLst>
        </pc:spChg>
      </pc:sldChg>
      <pc:sldChg chg="addSp delSp modSp add mod">
        <pc:chgData name="Ridhima Patnala" userId="a801e324c0ed777d" providerId="LiveId" clId="{FD9CF2D6-55D0-408B-B5DD-1FF058023C77}" dt="2026-01-06T08:26:18.748" v="716" actId="478"/>
        <pc:sldMkLst>
          <pc:docMk/>
          <pc:sldMk cId="1517375983" sldId="325"/>
        </pc:sldMkLst>
        <pc:spChg chg="del mod">
          <ac:chgData name="Ridhima Patnala" userId="a801e324c0ed777d" providerId="LiveId" clId="{FD9CF2D6-55D0-408B-B5DD-1FF058023C77}" dt="2026-01-06T07:52:42.916" v="557" actId="478"/>
          <ac:spMkLst>
            <pc:docMk/>
            <pc:sldMk cId="1517375983" sldId="325"/>
            <ac:spMk id="4" creationId="{07A41BCB-F911-10E3-E047-120C393EF2CC}"/>
          </ac:spMkLst>
        </pc:spChg>
        <pc:spChg chg="mod">
          <ac:chgData name="Ridhima Patnala" userId="a801e324c0ed777d" providerId="LiveId" clId="{FD9CF2D6-55D0-408B-B5DD-1FF058023C77}" dt="2026-01-06T08:00:02.060" v="579"/>
          <ac:spMkLst>
            <pc:docMk/>
            <pc:sldMk cId="1517375983" sldId="325"/>
            <ac:spMk id="5" creationId="{343906FB-8E1B-81DC-ABFB-BD80D189732A}"/>
          </ac:spMkLst>
        </pc:spChg>
        <pc:picChg chg="add del mod modCrop">
          <ac:chgData name="Ridhima Patnala" userId="a801e324c0ed777d" providerId="LiveId" clId="{FD9CF2D6-55D0-408B-B5DD-1FF058023C77}" dt="2026-01-06T08:21:56.642" v="696" actId="478"/>
          <ac:picMkLst>
            <pc:docMk/>
            <pc:sldMk cId="1517375983" sldId="325"/>
            <ac:picMk id="3" creationId="{C68F2FB0-A17E-5FD6-F68A-E2367445C520}"/>
          </ac:picMkLst>
        </pc:picChg>
        <pc:picChg chg="mod modCrop">
          <ac:chgData name="Ridhima Patnala" userId="a801e324c0ed777d" providerId="LiveId" clId="{FD9CF2D6-55D0-408B-B5DD-1FF058023C77}" dt="2026-01-06T08:25:34.623" v="707" actId="1076"/>
          <ac:picMkLst>
            <pc:docMk/>
            <pc:sldMk cId="1517375983" sldId="325"/>
            <ac:picMk id="6" creationId="{A924B984-E78D-3E18-B55B-3E7F66BCB0CA}"/>
          </ac:picMkLst>
        </pc:picChg>
        <pc:picChg chg="add del mod">
          <ac:chgData name="Ridhima Patnala" userId="a801e324c0ed777d" providerId="LiveId" clId="{FD9CF2D6-55D0-408B-B5DD-1FF058023C77}" dt="2026-01-06T08:22:49.914" v="700" actId="478"/>
          <ac:picMkLst>
            <pc:docMk/>
            <pc:sldMk cId="1517375983" sldId="325"/>
            <ac:picMk id="8" creationId="{27C67F7F-4DD8-0490-B1EC-65A8D5C6C732}"/>
          </ac:picMkLst>
        </pc:picChg>
        <pc:picChg chg="add del mod">
          <ac:chgData name="Ridhima Patnala" userId="a801e324c0ed777d" providerId="LiveId" clId="{FD9CF2D6-55D0-408B-B5DD-1FF058023C77}" dt="2026-01-06T08:25:43.929" v="711" actId="478"/>
          <ac:picMkLst>
            <pc:docMk/>
            <pc:sldMk cId="1517375983" sldId="325"/>
            <ac:picMk id="10" creationId="{0CD1A07B-6831-9A47-06D6-7FD8C116FB82}"/>
          </ac:picMkLst>
        </pc:picChg>
        <pc:picChg chg="add del mod">
          <ac:chgData name="Ridhima Patnala" userId="a801e324c0ed777d" providerId="LiveId" clId="{FD9CF2D6-55D0-408B-B5DD-1FF058023C77}" dt="2026-01-06T08:26:18.748" v="716" actId="478"/>
          <ac:picMkLst>
            <pc:docMk/>
            <pc:sldMk cId="1517375983" sldId="325"/>
            <ac:picMk id="12" creationId="{AA5EFB2F-B993-C49A-E6A8-AB795C0C0CEF}"/>
          </ac:picMkLst>
        </pc:picChg>
      </pc:sldChg>
      <pc:sldChg chg="new del">
        <pc:chgData name="Ridhima Patnala" userId="a801e324c0ed777d" providerId="LiveId" clId="{FD9CF2D6-55D0-408B-B5DD-1FF058023C77}" dt="2026-01-06T08:06:30.654" v="595" actId="47"/>
        <pc:sldMkLst>
          <pc:docMk/>
          <pc:sldMk cId="3341341912" sldId="326"/>
        </pc:sldMkLst>
      </pc:sldChg>
      <pc:sldChg chg="add del setBg">
        <pc:chgData name="Ridhima Patnala" userId="a801e324c0ed777d" providerId="LiveId" clId="{FD9CF2D6-55D0-408B-B5DD-1FF058023C77}" dt="2026-01-06T08:06:43.320" v="598" actId="47"/>
        <pc:sldMkLst>
          <pc:docMk/>
          <pc:sldMk cId="4003412619" sldId="326"/>
        </pc:sldMkLst>
      </pc:sldChg>
      <pc:sldChg chg="addSp delSp modSp new mod">
        <pc:chgData name="Ridhima Patnala" userId="a801e324c0ed777d" providerId="LiveId" clId="{FD9CF2D6-55D0-408B-B5DD-1FF058023C77}" dt="2026-01-06T08:14:02.453" v="670" actId="1076"/>
        <pc:sldMkLst>
          <pc:docMk/>
          <pc:sldMk cId="3394269818" sldId="327"/>
        </pc:sldMkLst>
        <pc:spChg chg="del">
          <ac:chgData name="Ridhima Patnala" userId="a801e324c0ed777d" providerId="LiveId" clId="{FD9CF2D6-55D0-408B-B5DD-1FF058023C77}" dt="2026-01-06T08:06:47.644" v="600" actId="478"/>
          <ac:spMkLst>
            <pc:docMk/>
            <pc:sldMk cId="3394269818" sldId="327"/>
            <ac:spMk id="2" creationId="{306EF113-17AF-F0CE-E777-1F24FC8566F9}"/>
          </ac:spMkLst>
        </pc:spChg>
        <pc:spChg chg="del">
          <ac:chgData name="Ridhima Patnala" userId="a801e324c0ed777d" providerId="LiveId" clId="{FD9CF2D6-55D0-408B-B5DD-1FF058023C77}" dt="2026-01-06T08:06:46.730" v="599" actId="478"/>
          <ac:spMkLst>
            <pc:docMk/>
            <pc:sldMk cId="3394269818" sldId="327"/>
            <ac:spMk id="3" creationId="{4F858B77-93C2-6AE6-F233-DE8636636025}"/>
          </ac:spMkLst>
        </pc:spChg>
        <pc:spChg chg="add del mod">
          <ac:chgData name="Ridhima Patnala" userId="a801e324c0ed777d" providerId="LiveId" clId="{FD9CF2D6-55D0-408B-B5DD-1FF058023C77}" dt="2026-01-06T08:08:07.182" v="637" actId="478"/>
          <ac:spMkLst>
            <pc:docMk/>
            <pc:sldMk cId="3394269818" sldId="327"/>
            <ac:spMk id="6" creationId="{C7C1764A-69B9-B41B-545C-D7F072572729}"/>
          </ac:spMkLst>
        </pc:spChg>
        <pc:spChg chg="add mod">
          <ac:chgData name="Ridhima Patnala" userId="a801e324c0ed777d" providerId="LiveId" clId="{FD9CF2D6-55D0-408B-B5DD-1FF058023C77}" dt="2026-01-06T08:14:02.453" v="670" actId="1076"/>
          <ac:spMkLst>
            <pc:docMk/>
            <pc:sldMk cId="3394269818" sldId="327"/>
            <ac:spMk id="9" creationId="{654DDDA8-4AB2-A196-F2BB-23572AFB81FE}"/>
          </ac:spMkLst>
        </pc:spChg>
        <pc:picChg chg="add del mod">
          <ac:chgData name="Ridhima Patnala" userId="a801e324c0ed777d" providerId="LiveId" clId="{FD9CF2D6-55D0-408B-B5DD-1FF058023C77}" dt="2026-01-06T08:12:37.125" v="638" actId="478"/>
          <ac:picMkLst>
            <pc:docMk/>
            <pc:sldMk cId="3394269818" sldId="327"/>
            <ac:picMk id="5" creationId="{B5FED014-C577-093E-49FD-EE00F7C4D8C9}"/>
          </ac:picMkLst>
        </pc:picChg>
        <pc:picChg chg="add mod">
          <ac:chgData name="Ridhima Patnala" userId="a801e324c0ed777d" providerId="LiveId" clId="{FD9CF2D6-55D0-408B-B5DD-1FF058023C77}" dt="2026-01-06T08:13:38.563" v="643" actId="1076"/>
          <ac:picMkLst>
            <pc:docMk/>
            <pc:sldMk cId="3394269818" sldId="327"/>
            <ac:picMk id="8" creationId="{A0C6BD97-0C68-EFEB-FC4C-AB2AE5D59722}"/>
          </ac:picMkLst>
        </pc:picChg>
      </pc:sldChg>
      <pc:sldChg chg="add del setBg">
        <pc:chgData name="Ridhima Patnala" userId="a801e324c0ed777d" providerId="LiveId" clId="{FD9CF2D6-55D0-408B-B5DD-1FF058023C77}" dt="2026-01-06T08:06:49.678" v="602"/>
        <pc:sldMkLst>
          <pc:docMk/>
          <pc:sldMk cId="2750874559" sldId="3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184" y="3895344"/>
            <a:ext cx="4928616" cy="2459736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N" sz="2400" cap="none" spc="0" dirty="0">
                <a:latin typeface="Aptos Display" panose="020B0004020202020204" pitchFamily="34" charset="0"/>
              </a:rPr>
              <a:t>Presented By –</a:t>
            </a:r>
            <a:br>
              <a:rPr lang="en-IN" sz="2400" cap="none" spc="0" dirty="0">
                <a:latin typeface="Aptos Display" panose="020B0004020202020204" pitchFamily="34" charset="0"/>
              </a:rPr>
            </a:br>
            <a:r>
              <a:rPr lang="en-IN" sz="2400" cap="none" spc="0" dirty="0">
                <a:latin typeface="Aptos Display" panose="020B0004020202020204" pitchFamily="34" charset="0"/>
              </a:rPr>
              <a:t>Ridhima Patnala</a:t>
            </a:r>
            <a:br>
              <a:rPr lang="en-IN" sz="2400" cap="none" spc="0" dirty="0">
                <a:latin typeface="Aptos Display" panose="020B0004020202020204" pitchFamily="34" charset="0"/>
              </a:rPr>
            </a:br>
            <a:r>
              <a:rPr lang="en-IN" sz="2400" cap="none" spc="0" dirty="0">
                <a:latin typeface="Aptos Display" panose="020B0004020202020204" pitchFamily="34" charset="0"/>
              </a:rPr>
              <a:t>VNR </a:t>
            </a:r>
            <a:r>
              <a:rPr lang="en-IN" sz="2400" cap="none" spc="0" dirty="0" err="1">
                <a:latin typeface="Aptos Display" panose="020B0004020202020204" pitchFamily="34" charset="0"/>
              </a:rPr>
              <a:t>Vignana</a:t>
            </a:r>
            <a:r>
              <a:rPr lang="en-IN" sz="2400" cap="none" spc="0" dirty="0">
                <a:latin typeface="Aptos Display" panose="020B0004020202020204" pitchFamily="34" charset="0"/>
              </a:rPr>
              <a:t> Jyothi Institute Of Engineering &amp; Technology</a:t>
            </a:r>
            <a:endParaRPr lang="en-US" sz="2400" cap="none" spc="0" dirty="0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095" y="813816"/>
            <a:ext cx="10479215" cy="448056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sz="5400" b="1" spc="300" dirty="0"/>
              <a:t>STUDENT DROPOUT RISK &amp; EDUCATION RETENTION ANALYTICS SYSTEM</a:t>
            </a:r>
            <a:endParaRPr lang="en-US" sz="5400" spc="300" dirty="0"/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732155"/>
            <a:ext cx="10479024" cy="557784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Business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7450" y="6384925"/>
            <a:ext cx="844550" cy="288925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 txBox="1">
            <a:spLocks/>
          </p:cNvSpPr>
          <p:nvPr/>
        </p:nvSpPr>
        <p:spPr>
          <a:xfrm>
            <a:off x="841248" y="1289939"/>
            <a:ext cx="10351008" cy="4918837"/>
          </a:xfrm>
          <a:prstGeom prst="rect">
            <a:avLst/>
          </a:prstGeom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chemeClr val="bg1"/>
                </a:solidFill>
              </a:rPr>
              <a:t>Student data spread across multiple academic and administrative systems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chemeClr val="bg1"/>
                </a:solidFill>
              </a:rPr>
              <a:t>Manual analysis fails to identify at-risk students early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chemeClr val="bg1"/>
                </a:solidFill>
              </a:rPr>
              <a:t>Lack of insights into factors contributing to student dropouts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bg1"/>
                </a:solidFill>
              </a:rPr>
              <a:t>Early identification of at-risk students enables: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bg1"/>
                </a:solidFill>
              </a:rPr>
              <a:t>Timely academic and counseling interventions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bg1"/>
                </a:solidFill>
              </a:rPr>
              <a:t>Improved student retention rates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bg1"/>
                </a:solidFill>
              </a:rPr>
              <a:t>Data-driven decision-making for administrators &amp; educators.</a:t>
            </a:r>
          </a:p>
          <a:p>
            <a:pPr>
              <a:lnSpc>
                <a:spcPct val="150000"/>
              </a:lnSpc>
            </a:pPr>
            <a:endParaRPr lang="en-IN" sz="2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F36F11-A50A-4347-9430-9522EAFC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PROBLEM STATEMENT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EF328-8D3F-E85A-1FEB-DB957718AD39}"/>
              </a:ext>
            </a:extLst>
          </p:cNvPr>
          <p:cNvSpPr txBox="1"/>
          <p:nvPr/>
        </p:nvSpPr>
        <p:spPr>
          <a:xfrm>
            <a:off x="905256" y="1508760"/>
            <a:ext cx="88605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347472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Existing analysis methods are mostly manual or spreadsheet based</a:t>
            </a:r>
          </a:p>
          <a:p>
            <a:pPr marL="285750" indent="-347472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Institutions lack data-backed insights and early warning indicators.</a:t>
            </a:r>
          </a:p>
          <a:p>
            <a:pPr marL="285750" indent="-347472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Student dropouts are influenced by multiple factors like poor academic performance, low attendance and participation, and socio-economic challenges.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Project objectives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7178040" cy="472681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bg1"/>
                </a:solidFill>
              </a:rPr>
              <a:t>To design and build an end-to-end analytics system that identifies students at risk of dropping out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bg1"/>
                </a:solidFill>
              </a:rPr>
              <a:t>Analyze academic, attendance, and demographic patterns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bg1"/>
                </a:solidFill>
              </a:rPr>
              <a:t>Generate meaningful risk indicators and KPIs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chemeClr val="bg1"/>
                </a:solidFill>
              </a:rPr>
              <a:t>Automate data processing and analytics workflows</a:t>
            </a:r>
          </a:p>
          <a:p>
            <a:pPr>
              <a:lnSpc>
                <a:spcPct val="100000"/>
              </a:lnSpc>
            </a:pPr>
            <a:endParaRPr lang="en-US" sz="2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2" name="Picture 4" descr="Benefits of Data Analytics in Enhancing Education Technology">
            <a:extLst>
              <a:ext uri="{FF2B5EF4-FFF2-40B4-BE49-F238E27FC236}">
                <a16:creationId xmlns:a16="http://schemas.microsoft.com/office/drawing/2014/main" id="{3433D626-A9BA-1058-F8CF-D973400A7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" b="1215"/>
          <a:stretch>
            <a:fillRect/>
          </a:stretch>
        </p:blipFill>
        <p:spPr bwMode="auto">
          <a:xfrm>
            <a:off x="8488042" y="2061972"/>
            <a:ext cx="3593198" cy="273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B5E6E3-9F63-38DD-9E51-261EFBE85D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D27C25-09E2-3D2A-FE83-89CA23E23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10765536" y="5724189"/>
            <a:ext cx="1426464" cy="113381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0FDEC3-A70A-3B45-F226-9830229948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7450" y="6384925"/>
            <a:ext cx="844550" cy="288925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C674E2-918B-6D70-18BB-B16529738B52}"/>
              </a:ext>
            </a:extLst>
          </p:cNvPr>
          <p:cNvSpPr txBox="1"/>
          <p:nvPr/>
        </p:nvSpPr>
        <p:spPr>
          <a:xfrm>
            <a:off x="741124" y="1353312"/>
            <a:ext cx="9343112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u="sng" dirty="0">
                <a:solidFill>
                  <a:schemeClr val="bg1"/>
                </a:solidFill>
              </a:rPr>
              <a:t>Data Processing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Python</a:t>
            </a:r>
            <a:r>
              <a:rPr lang="en-IN" sz="2000" dirty="0">
                <a:solidFill>
                  <a:schemeClr val="bg1"/>
                </a:solidFill>
              </a:rPr>
              <a:t> – Core data processing logic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Pandas &amp; NumPy</a:t>
            </a:r>
            <a:r>
              <a:rPr lang="en-IN" sz="2000" dirty="0">
                <a:solidFill>
                  <a:schemeClr val="bg1"/>
                </a:solidFill>
              </a:rPr>
              <a:t> – Data cleaning, EDA, and feature engineering</a:t>
            </a:r>
          </a:p>
          <a:p>
            <a:pPr>
              <a:lnSpc>
                <a:spcPct val="150000"/>
              </a:lnSpc>
            </a:pPr>
            <a:r>
              <a:rPr lang="en-IN" sz="2000" b="1" u="sng" dirty="0">
                <a:solidFill>
                  <a:schemeClr val="bg1"/>
                </a:solidFill>
              </a:rPr>
              <a:t>Big Data Analytics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err="1">
                <a:solidFill>
                  <a:schemeClr val="bg1"/>
                </a:solidFill>
              </a:rPr>
              <a:t>PySpark</a:t>
            </a:r>
            <a:r>
              <a:rPr lang="en-IN" sz="2000" dirty="0">
                <a:solidFill>
                  <a:schemeClr val="bg1"/>
                </a:solidFill>
              </a:rPr>
              <a:t> – Large-scale transformations and aggregations</a:t>
            </a:r>
            <a:endParaRPr lang="en-IN" sz="2000" b="1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Databricks</a:t>
            </a:r>
            <a:r>
              <a:rPr lang="en-IN" sz="2000" dirty="0">
                <a:solidFill>
                  <a:schemeClr val="bg1"/>
                </a:solidFill>
              </a:rPr>
              <a:t> – Scalable analytics and notebook execution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Delta / CSV</a:t>
            </a:r>
            <a:r>
              <a:rPr lang="en-IN" sz="2000" dirty="0">
                <a:solidFill>
                  <a:schemeClr val="bg1"/>
                </a:solidFill>
              </a:rPr>
              <a:t>– Storage</a:t>
            </a:r>
          </a:p>
          <a:p>
            <a:pPr>
              <a:lnSpc>
                <a:spcPct val="150000"/>
              </a:lnSpc>
            </a:pPr>
            <a:r>
              <a:rPr lang="en-IN" sz="2000" b="1" u="sng" dirty="0">
                <a:solidFill>
                  <a:schemeClr val="bg1"/>
                </a:solidFill>
              </a:rPr>
              <a:t>Workflow Orchestration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Apache Airflow</a:t>
            </a:r>
            <a:r>
              <a:rPr lang="en-IN" sz="2000" dirty="0">
                <a:solidFill>
                  <a:schemeClr val="bg1"/>
                </a:solidFill>
              </a:rPr>
              <a:t> – Pipeline orchestration and scheduling</a:t>
            </a:r>
          </a:p>
          <a:p>
            <a:pPr>
              <a:lnSpc>
                <a:spcPct val="150000"/>
              </a:lnSpc>
            </a:pPr>
            <a:r>
              <a:rPr lang="en-IN" sz="2000" b="1" u="sng" dirty="0">
                <a:solidFill>
                  <a:schemeClr val="bg1"/>
                </a:solidFill>
              </a:rPr>
              <a:t>Visualization &amp; Reporting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Power BI</a:t>
            </a:r>
            <a:r>
              <a:rPr lang="en-IN" sz="2000" dirty="0">
                <a:solidFill>
                  <a:schemeClr val="bg1"/>
                </a:solidFill>
              </a:rPr>
              <a:t> – Dropout risk and retention dashboards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IN" sz="200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57123C8-6FD7-0487-EA0D-8FFE06FA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sz="2800" b="1" spc="300" dirty="0">
                <a:solidFill>
                  <a:schemeClr val="bg1"/>
                </a:solidFill>
                <a:latin typeface="+mj-lt"/>
              </a:rPr>
              <a:t>TECHNOLOGY STACK</a:t>
            </a:r>
            <a:br>
              <a:rPr lang="en-US" b="1" dirty="0">
                <a:solidFill>
                  <a:schemeClr val="bg1"/>
                </a:solidFill>
                <a:latin typeface="+mj-lt"/>
              </a:rPr>
            </a:b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D305C46-700A-3D57-FAE7-D2FF0257FF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86" t="1591" r="59565" b="-1591"/>
          <a:stretch>
            <a:fillRect/>
          </a:stretch>
        </p:blipFill>
        <p:spPr bwMode="auto">
          <a:xfrm>
            <a:off x="10879388" y="3113749"/>
            <a:ext cx="1051560" cy="96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ower BI Microsoft Logo PNG, SVG, AI Vector – Free Download">
            <a:extLst>
              <a:ext uri="{FF2B5EF4-FFF2-40B4-BE49-F238E27FC236}">
                <a16:creationId xmlns:a16="http://schemas.microsoft.com/office/drawing/2014/main" id="{4A54671A-A676-416B-D26D-279591366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01" y="4524342"/>
            <a:ext cx="1829150" cy="94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C2045FCA-DD81-6DE7-8B97-6B4C77677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486" y="1440265"/>
            <a:ext cx="2435352" cy="127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51F69E12-CA93-C48C-8BCF-04AE70FA7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327" y="3102478"/>
            <a:ext cx="910763" cy="91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310B4CF-1917-135C-0B58-B32A26641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700151"/>
            <a:ext cx="10479024" cy="557784"/>
          </a:xfrm>
        </p:spPr>
        <p:txBody>
          <a:bodyPr/>
          <a:lstStyle/>
          <a:p>
            <a:r>
              <a:rPr lang="en-IN" sz="2800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AD0987-D595-9D33-A24C-ED016A62A8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6384" y="1477133"/>
            <a:ext cx="5184648" cy="44664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Academic Performance Data –  </a:t>
            </a:r>
            <a:r>
              <a:rPr lang="en-US" dirty="0">
                <a:solidFill>
                  <a:schemeClr val="bg1"/>
                </a:solidFill>
              </a:rPr>
              <a:t>Subject-wise marks and grades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Attendance &amp; Participation Data – </a:t>
            </a:r>
            <a:r>
              <a:rPr lang="en-US" dirty="0">
                <a:solidFill>
                  <a:schemeClr val="bg1"/>
                </a:solidFill>
              </a:rPr>
              <a:t>Subject-level attendance percentages and participation scores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Demographic &amp; Socio-Economic Data –</a:t>
            </a:r>
            <a:r>
              <a:rPr lang="en-US" dirty="0">
                <a:solidFill>
                  <a:schemeClr val="bg1"/>
                </a:solidFill>
              </a:rPr>
              <a:t>Gender, Age, Regional &amp; Economic Attributes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Retention / Dropout Data –  </a:t>
            </a:r>
            <a:r>
              <a:rPr lang="en-US" dirty="0">
                <a:solidFill>
                  <a:schemeClr val="bg1"/>
                </a:solidFill>
              </a:rPr>
              <a:t>Historical student retention status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7" name="Picture 16" descr="A diagram of a program&#10;&#10;AI-generated content may be incorrect.">
            <a:extLst>
              <a:ext uri="{FF2B5EF4-FFF2-40B4-BE49-F238E27FC236}">
                <a16:creationId xmlns:a16="http://schemas.microsoft.com/office/drawing/2014/main" id="{3306CCB4-C964-EA00-21FA-D0D7C38D36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0" t="11458" r="6015" b="17716"/>
          <a:stretch>
            <a:fillRect/>
          </a:stretch>
        </p:blipFill>
        <p:spPr>
          <a:xfrm>
            <a:off x="5971032" y="1803773"/>
            <a:ext cx="6061748" cy="344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F643-9DF2-B730-72CE-75663E4F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621792"/>
            <a:ext cx="10479024" cy="557784"/>
          </a:xfrm>
        </p:spPr>
        <p:txBody>
          <a:bodyPr/>
          <a:lstStyle/>
          <a:p>
            <a:r>
              <a:rPr lang="en-IN" sz="2800" dirty="0">
                <a:solidFill>
                  <a:schemeClr val="bg1"/>
                </a:solidFill>
              </a:rPr>
              <a:t>Data Preprocessing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F29AD4-BB7A-FB89-7276-12ECA4CCCE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6488" y="1387613"/>
            <a:ext cx="9701784" cy="4848595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Data Cleaning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solidFill>
                  <a:schemeClr val="bg1"/>
                </a:solidFill>
              </a:rPr>
              <a:t>Identification of missing and null values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solidFill>
                  <a:schemeClr val="bg1"/>
                </a:solidFill>
              </a:rPr>
              <a:t>Handling incomplete academic and attendance records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solidFill>
                  <a:schemeClr val="bg1"/>
                </a:solidFill>
              </a:rPr>
              <a:t>Removal of duplicate records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Data Standardization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solidFill>
                  <a:schemeClr val="bg1"/>
                </a:solidFill>
              </a:rPr>
              <a:t>Standardizing categorical values 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solidFill>
                  <a:schemeClr val="bg1"/>
                </a:solidFill>
              </a:rPr>
              <a:t>Normalizing academic and attendance metrics 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solidFill>
                  <a:schemeClr val="bg1"/>
                </a:solidFill>
              </a:rPr>
              <a:t>Validating student IDs and academic year formats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5AA3C-075D-E8DD-D48B-DA9E07CBE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81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D228B9-F7B9-D57D-F09D-87AF667B16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7B79E4-619C-392B-71A6-FAF6A97B42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727700"/>
            <a:ext cx="12192000" cy="11303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E3B3F6-C0A0-5D42-B795-9551CF3CBB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33A90-2ED2-EF64-F9B3-7807A3275B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7450" y="6384925"/>
            <a:ext cx="844550" cy="288925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77032-EFD5-083E-B26D-43FEFEEBB2C9}"/>
              </a:ext>
            </a:extLst>
          </p:cNvPr>
          <p:cNvSpPr txBox="1"/>
          <p:nvPr/>
        </p:nvSpPr>
        <p:spPr>
          <a:xfrm>
            <a:off x="751864" y="783392"/>
            <a:ext cx="1108047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SzPct val="100000"/>
              <a:buFont typeface="Arial" panose="020B0604020202020204" pitchFamily="34" charset="0"/>
            </a:pPr>
            <a:r>
              <a:rPr lang="en-US" sz="2200" b="1" dirty="0">
                <a:solidFill>
                  <a:schemeClr val="bg1"/>
                </a:solidFill>
              </a:rPr>
              <a:t>Feature Engineering</a:t>
            </a:r>
          </a:p>
          <a:p>
            <a:pPr marL="285750" indent="-285750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Calculation of average academic scores</a:t>
            </a:r>
          </a:p>
          <a:p>
            <a:pPr marL="285750" indent="-285750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Derivation of attendance-based indicators</a:t>
            </a:r>
          </a:p>
          <a:p>
            <a:pPr marL="285750" indent="-285750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Creation of risk-related flags and metrics:</a:t>
            </a:r>
          </a:p>
          <a:p>
            <a:pPr marL="800100" lvl="1" indent="-342900"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2200" b="1" dirty="0" err="1">
                <a:solidFill>
                  <a:schemeClr val="bg1"/>
                </a:solidFill>
              </a:rPr>
              <a:t>Academic_risk_flag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= 1 if </a:t>
            </a:r>
            <a:r>
              <a:rPr lang="en-US" sz="2200" dirty="0" err="1">
                <a:solidFill>
                  <a:schemeClr val="bg1"/>
                </a:solidFill>
              </a:rPr>
              <a:t>avg_academic_score</a:t>
            </a:r>
            <a:r>
              <a:rPr lang="en-US" sz="2200" dirty="0">
                <a:solidFill>
                  <a:schemeClr val="bg1"/>
                </a:solidFill>
              </a:rPr>
              <a:t>&lt;40 &amp; </a:t>
            </a:r>
            <a:r>
              <a:rPr lang="en-US" sz="2200" dirty="0" err="1">
                <a:solidFill>
                  <a:schemeClr val="bg1"/>
                </a:solidFill>
              </a:rPr>
              <a:t>failed_subject_count</a:t>
            </a:r>
            <a:r>
              <a:rPr lang="en-US" sz="2200" dirty="0">
                <a:solidFill>
                  <a:schemeClr val="bg1"/>
                </a:solidFill>
              </a:rPr>
              <a:t> &gt;=3</a:t>
            </a:r>
          </a:p>
          <a:p>
            <a:pPr marL="800100" lvl="1" indent="-342900"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2200" b="1" dirty="0" err="1">
                <a:solidFill>
                  <a:schemeClr val="bg1"/>
                </a:solidFill>
              </a:rPr>
              <a:t>Attendance_risk_flag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= 1 if </a:t>
            </a:r>
            <a:r>
              <a:rPr lang="en-US" sz="2200" dirty="0" err="1">
                <a:solidFill>
                  <a:schemeClr val="bg1"/>
                </a:solidFill>
              </a:rPr>
              <a:t>avg_attendance_percentage</a:t>
            </a:r>
            <a:r>
              <a:rPr lang="en-US" sz="2200" dirty="0">
                <a:solidFill>
                  <a:schemeClr val="bg1"/>
                </a:solidFill>
              </a:rPr>
              <a:t> &lt; 40 &amp; </a:t>
            </a:r>
            <a:r>
              <a:rPr lang="en-US" sz="2200" dirty="0" err="1">
                <a:solidFill>
                  <a:schemeClr val="bg1"/>
                </a:solidFill>
              </a:rPr>
              <a:t>low_attendance_subjects</a:t>
            </a:r>
            <a:r>
              <a:rPr lang="en-US" sz="2200" dirty="0">
                <a:solidFill>
                  <a:schemeClr val="bg1"/>
                </a:solidFill>
              </a:rPr>
              <a:t> &gt;=3</a:t>
            </a:r>
          </a:p>
          <a:p>
            <a:pPr marL="800100" lvl="1" indent="-342900"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2200" b="1" dirty="0" err="1">
                <a:solidFill>
                  <a:schemeClr val="bg1"/>
                </a:solidFill>
              </a:rPr>
              <a:t>Socio_economic_risk_flag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= 1if  </a:t>
            </a:r>
            <a:r>
              <a:rPr lang="en-US" sz="2200" dirty="0" err="1">
                <a:solidFill>
                  <a:schemeClr val="bg1"/>
                </a:solidFill>
              </a:rPr>
              <a:t>income_band</a:t>
            </a:r>
            <a:r>
              <a:rPr lang="en-US" sz="2200" dirty="0">
                <a:solidFill>
                  <a:schemeClr val="bg1"/>
                </a:solidFill>
              </a:rPr>
              <a:t> == 1 &amp; </a:t>
            </a:r>
            <a:r>
              <a:rPr lang="en-US" sz="2200" dirty="0" err="1">
                <a:solidFill>
                  <a:schemeClr val="bg1"/>
                </a:solidFill>
              </a:rPr>
              <a:t>first_gen_student</a:t>
            </a:r>
            <a:r>
              <a:rPr lang="en-US" sz="2200" dirty="0">
                <a:solidFill>
                  <a:schemeClr val="bg1"/>
                </a:solidFill>
              </a:rPr>
              <a:t> == 1 &amp; region = ‘RURAL’</a:t>
            </a:r>
          </a:p>
          <a:p>
            <a:pPr marL="800100" lvl="1" indent="-342900"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2200" b="1" dirty="0" err="1">
                <a:solidFill>
                  <a:schemeClr val="bg1"/>
                </a:solidFill>
              </a:rPr>
              <a:t>Age_risk_flag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dirty="0">
                <a:solidFill>
                  <a:schemeClr val="bg1"/>
                </a:solidFill>
              </a:rPr>
              <a:t>= 1 if age&lt;17 &amp; age&gt;22</a:t>
            </a:r>
          </a:p>
          <a:p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22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ACF3-596C-92A5-7AD1-A2B11C03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Architecture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21DD283-E18F-9BA5-00C8-4506FFD04C3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41248" y="1341062"/>
            <a:ext cx="8266176" cy="336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</a:rPr>
              <a:t>Input data: CSV Files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</a:rPr>
              <a:t>Layered architecture (Bronze &gt; Silver &gt; Gold)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</a:rPr>
              <a:t> Separation of raw, processed, and analytics-ready data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</a:rPr>
              <a:t>Scalable design using Databricks and Spark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</a:rPr>
              <a:t>Centralized orchestration using Apache Airflow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</a:rPr>
              <a:t>Data-driven dashboards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7C78-0890-627E-C852-B11CAB85CF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8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C6BD97-0C68-EFEB-FC4C-AB2AE5D5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764" y="1066717"/>
            <a:ext cx="8274472" cy="5510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4DDDA8-4AB2-A196-F2BB-23572AFB81FE}"/>
              </a:ext>
            </a:extLst>
          </p:cNvPr>
          <p:cNvSpPr txBox="1"/>
          <p:nvPr/>
        </p:nvSpPr>
        <p:spPr>
          <a:xfrm>
            <a:off x="4262628" y="425767"/>
            <a:ext cx="366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Architecture Diagram</a:t>
            </a:r>
            <a:endParaRPr lang="en-IN" sz="2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426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5D8FACD9-4906-4691-55B9-710FC59D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559" y="928117"/>
            <a:ext cx="4965196" cy="877824"/>
          </a:xfrm>
        </p:spPr>
        <p:txBody>
          <a:bodyPr/>
          <a:lstStyle/>
          <a:p>
            <a:r>
              <a:rPr lang="en-US" sz="2800" b="1" spc="300" dirty="0">
                <a:latin typeface="+mj-lt"/>
              </a:rPr>
              <a:t>PIPELINE DESIGN</a:t>
            </a:r>
            <a:br>
              <a:rPr lang="en-US" sz="4400" spc="300" dirty="0"/>
            </a:br>
            <a:endParaRPr lang="en-US" sz="4400" spc="300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B7BFD7D2-6C97-1E33-B2CC-6AE1EB9EF8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45A4C16-121E-2E37-49E9-4A4ACF2C51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585FA3F-E61C-D66E-07B0-F757A8CA6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37E333FD-F3EA-ED3D-DAD7-C1B2247BA3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D58BB-ED9D-4F4A-AF2C-DD716BC5EE40}"/>
              </a:ext>
            </a:extLst>
          </p:cNvPr>
          <p:cNvSpPr txBox="1"/>
          <p:nvPr/>
        </p:nvSpPr>
        <p:spPr>
          <a:xfrm>
            <a:off x="751864" y="1523860"/>
            <a:ext cx="986009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BRONZE LAYER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Purpose:</a:t>
            </a:r>
            <a:r>
              <a:rPr lang="en-IN" sz="2400" dirty="0">
                <a:solidFill>
                  <a:schemeClr val="bg1"/>
                </a:solidFill>
              </a:rPr>
              <a:t> Data preservation and auditability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Ingest raw CSV data as-is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Preserve original schema and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Retain duplicates, nulls, and inconsistencies for reprocessing</a:t>
            </a:r>
            <a:br>
              <a:rPr lang="en-IN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SILVER LAYER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Purpose:</a:t>
            </a:r>
            <a:r>
              <a:rPr lang="en-IN" sz="2400" dirty="0">
                <a:solidFill>
                  <a:schemeClr val="bg1"/>
                </a:solidFill>
              </a:rPr>
              <a:t> Analytics-ready standardized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Clean and normalize raw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Handle duplicates and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Standardize data types and categorical fields</a:t>
            </a:r>
          </a:p>
          <a:p>
            <a:pPr>
              <a:buSzPct val="75000"/>
            </a:pPr>
            <a:br>
              <a:rPr lang="en-IN" sz="2400" b="1" dirty="0">
                <a:solidFill>
                  <a:schemeClr val="bg1"/>
                </a:solidFill>
              </a:rPr>
            </a:b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33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BEEF3-A2D2-F204-373F-421315181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DF0ABFA8-8A6D-1A80-5416-725DBBD85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559" y="928117"/>
            <a:ext cx="4965196" cy="877824"/>
          </a:xfrm>
        </p:spPr>
        <p:txBody>
          <a:bodyPr/>
          <a:lstStyle/>
          <a:p>
            <a:r>
              <a:rPr lang="en-US" sz="2800" b="1" spc="300" dirty="0">
                <a:latin typeface="+mj-lt"/>
              </a:rPr>
              <a:t>PIPELINE DESIGN</a:t>
            </a:r>
            <a:br>
              <a:rPr lang="en-US" sz="4400" spc="300" dirty="0"/>
            </a:br>
            <a:endParaRPr lang="en-US" sz="4400" spc="300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840630B-71AB-4F54-64A8-AFF284808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CEF48D0E-C750-E6A9-D9E8-B7A2F0FE36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0F71C26-9229-9FFB-246F-CA38AF1B35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F118887-78C2-5159-18FA-AB7A63B4A5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906FB-8E1B-81DC-ABFB-BD80D189732A}"/>
              </a:ext>
            </a:extLst>
          </p:cNvPr>
          <p:cNvSpPr txBox="1"/>
          <p:nvPr/>
        </p:nvSpPr>
        <p:spPr>
          <a:xfrm>
            <a:off x="751864" y="1568197"/>
            <a:ext cx="7514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GOLD LAYER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Purpose:</a:t>
            </a:r>
            <a:r>
              <a:rPr lang="en-US" sz="2400" dirty="0">
                <a:solidFill>
                  <a:schemeClr val="bg1"/>
                </a:solidFill>
              </a:rPr>
              <a:t> Business-level insights and 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Aggregate data at student, subject, and institution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Derive risk and retention indicators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Prepare optimized datasets for Power BI dashboards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4B984-E78D-3E18-B55B-3E7F66BC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19" r="713" b="18675"/>
          <a:stretch>
            <a:fillRect/>
          </a:stretch>
        </p:blipFill>
        <p:spPr>
          <a:xfrm>
            <a:off x="1292677" y="4678430"/>
            <a:ext cx="9606642" cy="161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75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B20A-89F5-0E83-2FBB-597A9E58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728" y="658943"/>
            <a:ext cx="10479024" cy="557784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WORKFLOW AUTOMATION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5C8A9765-6849-46AF-26B2-B1A2CC6A23A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41248" y="1216727"/>
            <a:ext cx="10919952" cy="442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bg1"/>
                </a:solidFill>
              </a:rPr>
              <a:t>Databricks Jobs used to execute analytics notebooks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chemeClr val="bg1"/>
                </a:solidFill>
              </a:rPr>
              <a:t>Apache Airflow used for orchestration and scheduling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Airflow DAG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 dirty="0">
                <a:solidFill>
                  <a:schemeClr val="bg1"/>
                </a:solidFill>
              </a:rPr>
              <a:t>Single DAG triggering a Databricks Job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 dirty="0">
                <a:solidFill>
                  <a:schemeClr val="bg1"/>
                </a:solidFill>
              </a:rPr>
              <a:t>Task dependency enforced: Bronze &gt; Silver &gt; Gold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0" dirty="0">
                <a:solidFill>
                  <a:schemeClr val="bg1"/>
                </a:solidFill>
              </a:rPr>
              <a:t>Centralized execution and monitoring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AE480-D58D-8A4F-D9AD-3E0956702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6F8B06-C0B6-17DD-02E3-11C0C82BD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" t="19529" r="7115" b="18940"/>
          <a:stretch>
            <a:fillRect/>
          </a:stretch>
        </p:blipFill>
        <p:spPr>
          <a:xfrm>
            <a:off x="2214454" y="5322413"/>
            <a:ext cx="8173540" cy="120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2FED-1154-7F95-785A-8F63230C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Analytics &amp; Risk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AC3537-5F76-F38C-5D21-7C663FE10D9A}"/>
              </a:ext>
            </a:extLst>
          </p:cNvPr>
          <p:cNvSpPr txBox="1">
            <a:spLocks/>
          </p:cNvSpPr>
          <p:nvPr/>
        </p:nvSpPr>
        <p:spPr>
          <a:xfrm>
            <a:off x="841248" y="1536827"/>
            <a:ext cx="6437376" cy="5136595"/>
          </a:xfrm>
          <a:prstGeom prst="rect">
            <a:avLst/>
          </a:prstGeom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>
                <a:solidFill>
                  <a:schemeClr val="bg1"/>
                </a:solidFill>
              </a:rPr>
              <a:t>Key Risk Indicators</a:t>
            </a:r>
          </a:p>
          <a:p>
            <a:r>
              <a:rPr lang="en-US" sz="2200" dirty="0">
                <a:solidFill>
                  <a:schemeClr val="bg1"/>
                </a:solidFill>
              </a:rPr>
              <a:t>Low academic performance</a:t>
            </a:r>
          </a:p>
          <a:p>
            <a:r>
              <a:rPr lang="en-US" sz="2200" dirty="0">
                <a:solidFill>
                  <a:schemeClr val="bg1"/>
                </a:solidFill>
              </a:rPr>
              <a:t>High number of failed subjects</a:t>
            </a:r>
          </a:p>
          <a:p>
            <a:r>
              <a:rPr lang="en-US" sz="2200" dirty="0">
                <a:solidFill>
                  <a:schemeClr val="bg1"/>
                </a:solidFill>
              </a:rPr>
              <a:t>Low attendance percentage</a:t>
            </a:r>
          </a:p>
          <a:p>
            <a:r>
              <a:rPr lang="en-US" sz="2200" dirty="0">
                <a:solidFill>
                  <a:schemeClr val="bg1"/>
                </a:solidFill>
              </a:rPr>
              <a:t>Low participation score</a:t>
            </a:r>
          </a:p>
          <a:p>
            <a:r>
              <a:rPr lang="en-US" sz="2200" dirty="0">
                <a:solidFill>
                  <a:schemeClr val="bg1"/>
                </a:solidFill>
              </a:rPr>
              <a:t>Socio-economic attributes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>
                <a:solidFill>
                  <a:schemeClr val="bg1"/>
                </a:solidFill>
              </a:rPr>
              <a:t>Risk Evaluation Logic</a:t>
            </a:r>
          </a:p>
          <a:p>
            <a:r>
              <a:rPr lang="en-US" sz="2200" dirty="0">
                <a:solidFill>
                  <a:schemeClr val="bg1"/>
                </a:solidFill>
              </a:rPr>
              <a:t>Rule-based risk identification</a:t>
            </a:r>
          </a:p>
          <a:p>
            <a:r>
              <a:rPr lang="en-US" sz="2200" dirty="0">
                <a:solidFill>
                  <a:schemeClr val="bg1"/>
                </a:solidFill>
              </a:rPr>
              <a:t>Combination of academic and attendance factors</a:t>
            </a:r>
          </a:p>
          <a:p>
            <a:endParaRPr lang="en-IN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EEE65-788C-58F2-469E-BE596F02B548}"/>
              </a:ext>
            </a:extLst>
          </p:cNvPr>
          <p:cNvSpPr txBox="1"/>
          <p:nvPr/>
        </p:nvSpPr>
        <p:spPr>
          <a:xfrm>
            <a:off x="7141464" y="1399032"/>
            <a:ext cx="4562856" cy="327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buSzPct val="75000"/>
              <a:buFont typeface="Arial" panose="020B0604020202020204" pitchFamily="34" charset="0"/>
            </a:pPr>
            <a:r>
              <a:rPr lang="en-US" sz="2200" b="1" dirty="0">
                <a:solidFill>
                  <a:schemeClr val="bg1"/>
                </a:solidFill>
              </a:rPr>
              <a:t>Analytical Outputs</a:t>
            </a:r>
          </a:p>
          <a:p>
            <a:pPr marL="342900" indent="-342900">
              <a:lnSpc>
                <a:spcPct val="14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At-risk student lists</a:t>
            </a:r>
          </a:p>
          <a:p>
            <a:pPr marL="342900" indent="-342900">
              <a:lnSpc>
                <a:spcPct val="14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Subject-wise and year-wise risk trends</a:t>
            </a:r>
          </a:p>
          <a:p>
            <a:pPr marL="342900" indent="-342900">
              <a:lnSpc>
                <a:spcPct val="14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Aggregated risk metrics for reporting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114199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A26356-FCEB-BC4C-AE15-6D845444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Power BI Dashboard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8F46A-1A86-9391-2B8C-E163201880E9}"/>
              </a:ext>
            </a:extLst>
          </p:cNvPr>
          <p:cNvSpPr txBox="1"/>
          <p:nvPr/>
        </p:nvSpPr>
        <p:spPr>
          <a:xfrm>
            <a:off x="841248" y="1545336"/>
            <a:ext cx="8732520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347472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The purpose of building dashboards is to provide a consolidated view of student data and enable data-driven decisions &amp; early intervention support.</a:t>
            </a:r>
          </a:p>
          <a:p>
            <a:pPr marL="285750" indent="-347472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Data Source - Gold layer tables </a:t>
            </a:r>
          </a:p>
          <a:p>
            <a:pPr marL="285750" indent="-347472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Use Cases Addressed:</a:t>
            </a:r>
          </a:p>
          <a:p>
            <a:pPr marL="742950" lvl="1" indent="-347472">
              <a:lnSpc>
                <a:spcPct val="150000"/>
              </a:lnSpc>
              <a:buSzPct val="75000"/>
              <a:buFont typeface="Courier New" panose="02070309020205020404" pitchFamily="49" charset="0"/>
              <a:buChar char="o"/>
            </a:pPr>
            <a:r>
              <a:rPr lang="en-IN" sz="2200" b="1" dirty="0">
                <a:solidFill>
                  <a:schemeClr val="bg1"/>
                </a:solidFill>
              </a:rPr>
              <a:t>Identify At-Risk Students</a:t>
            </a:r>
          </a:p>
          <a:p>
            <a:pPr marL="742950" lvl="1" indent="-347472">
              <a:lnSpc>
                <a:spcPct val="150000"/>
              </a:lnSpc>
              <a:buSzPct val="75000"/>
              <a:buFont typeface="Courier New" panose="02070309020205020404" pitchFamily="49" charset="0"/>
              <a:buChar char="o"/>
            </a:pPr>
            <a:r>
              <a:rPr lang="en-IN" sz="2200" b="1" dirty="0">
                <a:solidFill>
                  <a:schemeClr val="bg1"/>
                </a:solidFill>
              </a:rPr>
              <a:t>Attendance vs Academic Performance</a:t>
            </a:r>
          </a:p>
          <a:p>
            <a:pPr marL="742950" lvl="1" indent="-347472">
              <a:lnSpc>
                <a:spcPct val="150000"/>
              </a:lnSpc>
              <a:buSzPct val="75000"/>
              <a:buFont typeface="Courier New" panose="02070309020205020404" pitchFamily="49" charset="0"/>
              <a:buChar char="o"/>
            </a:pPr>
            <a:r>
              <a:rPr lang="en-IN" sz="2200" b="1" dirty="0">
                <a:solidFill>
                  <a:schemeClr val="bg1"/>
                </a:solidFill>
              </a:rPr>
              <a:t>Subject-wise Risk Analysis</a:t>
            </a:r>
          </a:p>
          <a:p>
            <a:pPr marL="742950" lvl="1" indent="-347472">
              <a:lnSpc>
                <a:spcPct val="150000"/>
              </a:lnSpc>
              <a:buSzPct val="75000"/>
              <a:buFont typeface="Courier New" panose="02070309020205020404" pitchFamily="49" charset="0"/>
              <a:buChar char="o"/>
            </a:pPr>
            <a:r>
              <a:rPr lang="en-IN" sz="2200" b="1" dirty="0">
                <a:solidFill>
                  <a:schemeClr val="bg1"/>
                </a:solidFill>
              </a:rPr>
              <a:t>Retention &amp; Dropout Trends</a:t>
            </a:r>
            <a:endParaRPr lang="en-US" sz="2200" b="1" dirty="0">
              <a:solidFill>
                <a:schemeClr val="bg1"/>
              </a:solidFill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89729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774F-E399-C764-368C-15AC0FF1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bg1"/>
                </a:solidFill>
              </a:rPr>
              <a:t>Results &amp; Insights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345C2-B711-1C8D-C2A4-C74274E7F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7379208" cy="40684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</a:rPr>
              <a:t>Students with consistently low attendance show higher dropout risk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</a:rPr>
              <a:t>Poor academic performance strongly correlates with dropout indicators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</a:rPr>
              <a:t>Certain subjects, institutions and academic years exhibit higher risk patterns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</a:rPr>
              <a:t>Certain socio-economic indicators like low income bands and first generation students show higher risk rates.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0D77C-B86D-0FAB-9FF4-5637348D5F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756E-D4AA-7D67-AC3E-4CAE5242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959D9-9414-3D13-7F39-FCD14B7B24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652264"/>
            <a:ext cx="7232904" cy="447992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Integrated data ingestion, processing, analytics, and visualization</a:t>
            </a:r>
            <a:r>
              <a:rPr lang="en-IN" sz="2400" b="1" dirty="0">
                <a:solidFill>
                  <a:schemeClr val="bg1"/>
                </a:solidFill>
              </a:rPr>
              <a:t> into a single system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Provide actionable insights through Power BI dashboards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Future enhancements include predictive machine learning models for dropout probability, automated alerts and intervention recommendation systems.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F09A8-1DC0-9CD4-8551-D537F8B85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403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408" y="2157984"/>
            <a:ext cx="5593112" cy="1220661"/>
          </a:xfrm>
        </p:spPr>
        <p:txBody>
          <a:bodyPr/>
          <a:lstStyle/>
          <a:p>
            <a:pPr algn="ctr"/>
            <a:r>
              <a:rPr lang="en-US" b="1" spc="300" dirty="0"/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74E8E-ED56-3A9E-7F5D-9A4468FDBECF}"/>
              </a:ext>
            </a:extLst>
          </p:cNvPr>
          <p:cNvSpPr txBox="1"/>
          <p:nvPr/>
        </p:nvSpPr>
        <p:spPr>
          <a:xfrm>
            <a:off x="1132348" y="3378645"/>
            <a:ext cx="5285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Ridhima Patnala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VNR </a:t>
            </a:r>
            <a:r>
              <a:rPr lang="en-US" sz="2400" b="1" dirty="0" err="1">
                <a:solidFill>
                  <a:schemeClr val="bg1"/>
                </a:solidFill>
              </a:rPr>
              <a:t>Vignana</a:t>
            </a:r>
            <a:r>
              <a:rPr lang="en-US" sz="2400" b="1" dirty="0">
                <a:solidFill>
                  <a:schemeClr val="bg1"/>
                </a:solidFill>
              </a:rPr>
              <a:t> Jyothi Institute of Engineering &amp; Technology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786</Words>
  <Application>Microsoft Office PowerPoint</Application>
  <PresentationFormat>Widescreen</PresentationFormat>
  <Paragraphs>132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Aptos Light</vt:lpstr>
      <vt:lpstr>Arial</vt:lpstr>
      <vt:lpstr>Calibri</vt:lpstr>
      <vt:lpstr>Courier New</vt:lpstr>
      <vt:lpstr>Custom</vt:lpstr>
      <vt:lpstr>Presented By – Ridhima Patnala VNR Vignana Jyothi Institute Of Engineering &amp; Technology</vt:lpstr>
      <vt:lpstr>Business Context</vt:lpstr>
      <vt:lpstr>PROBLEM STATEMENT  </vt:lpstr>
      <vt:lpstr>Project objectives </vt:lpstr>
      <vt:lpstr>TECHNOLOGY STACK </vt:lpstr>
      <vt:lpstr>Dataset Overview</vt:lpstr>
      <vt:lpstr>Data Preprocessing </vt:lpstr>
      <vt:lpstr>PowerPoint Presentation</vt:lpstr>
      <vt:lpstr>Architecture </vt:lpstr>
      <vt:lpstr>PowerPoint Presentation</vt:lpstr>
      <vt:lpstr>PIPELINE DESIGN </vt:lpstr>
      <vt:lpstr>PIPELINE DESIGN </vt:lpstr>
      <vt:lpstr>WORKFLOW AUTOMATION</vt:lpstr>
      <vt:lpstr>Analytics &amp; Risk Logic</vt:lpstr>
      <vt:lpstr>Power BI Dashboard Overview</vt:lpstr>
      <vt:lpstr>Results &amp; Insights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Ridhima Patnala</dc:creator>
  <cp:lastModifiedBy>Ridhima Patnala</cp:lastModifiedBy>
  <cp:revision>2</cp:revision>
  <dcterms:created xsi:type="dcterms:W3CDTF">2026-01-05T12:09:58Z</dcterms:created>
  <dcterms:modified xsi:type="dcterms:W3CDTF">2026-01-06T09:45:24Z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